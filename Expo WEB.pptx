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6" r:id="rId3"/>
    <p:sldId id="260" r:id="rId4"/>
    <p:sldId id="263" r:id="rId5"/>
    <p:sldId id="264" r:id="rId6"/>
    <p:sldId id="259" r:id="rId7"/>
    <p:sldId id="258" r:id="rId8"/>
    <p:sldId id="261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6970AA-C0AA-46A1-9312-A78E5A543916}" v="8" dt="2026-04-23T20:51:18.239"/>
    <p1510:client id="{3640434E-146F-4853-A418-14059EEE91A1}" v="2" dt="2026-04-23T21:02:34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isaid Angúlo Munguia" userId="f74a1a4c0fefbad1" providerId="LiveId" clId="{BC6DEA1E-6C68-421E-9263-6C2705D40A4E}"/>
    <pc:docChg chg="undo custSel modSld">
      <pc:chgData name="Abisaid Angúlo Munguia" userId="f74a1a4c0fefbad1" providerId="LiveId" clId="{BC6DEA1E-6C68-421E-9263-6C2705D40A4E}" dt="2026-04-23T21:02:44.928" v="8" actId="20577"/>
      <pc:docMkLst>
        <pc:docMk/>
      </pc:docMkLst>
      <pc:sldChg chg="modSp mod">
        <pc:chgData name="Abisaid Angúlo Munguia" userId="f74a1a4c0fefbad1" providerId="LiveId" clId="{BC6DEA1E-6C68-421E-9263-6C2705D40A4E}" dt="2026-04-23T21:02:44.928" v="8" actId="20577"/>
        <pc:sldMkLst>
          <pc:docMk/>
          <pc:sldMk cId="37386645" sldId="256"/>
        </pc:sldMkLst>
        <pc:spChg chg="mod">
          <ac:chgData name="Abisaid Angúlo Munguia" userId="f74a1a4c0fefbad1" providerId="LiveId" clId="{BC6DEA1E-6C68-421E-9263-6C2705D40A4E}" dt="2026-04-23T21:02:44.928" v="8" actId="20577"/>
          <ac:spMkLst>
            <pc:docMk/>
            <pc:sldMk cId="37386645" sldId="256"/>
            <ac:spMk id="7" creationId="{1ACA331D-EA41-E05A-FE0E-B823ABA1F386}"/>
          </ac:spMkLst>
        </pc:spChg>
        <pc:picChg chg="mod">
          <ac:chgData name="Abisaid Angúlo Munguia" userId="f74a1a4c0fefbad1" providerId="LiveId" clId="{BC6DEA1E-6C68-421E-9263-6C2705D40A4E}" dt="2026-04-23T21:02:34.787" v="6" actId="14826"/>
          <ac:picMkLst>
            <pc:docMk/>
            <pc:sldMk cId="37386645" sldId="256"/>
            <ac:picMk id="5" creationId="{D45CEF27-422B-64F5-DF6F-400AAE732A45}"/>
          </ac:picMkLst>
        </pc:picChg>
      </pc:sldChg>
      <pc:sldChg chg="addSp delSp modSp mod">
        <pc:chgData name="Abisaid Angúlo Munguia" userId="f74a1a4c0fefbad1" providerId="LiveId" clId="{BC6DEA1E-6C68-421E-9263-6C2705D40A4E}" dt="2026-04-23T21:02:24.812" v="5" actId="14826"/>
        <pc:sldMkLst>
          <pc:docMk/>
          <pc:sldMk cId="2935144419" sldId="260"/>
        </pc:sldMkLst>
        <pc:picChg chg="add del mod">
          <ac:chgData name="Abisaid Angúlo Munguia" userId="f74a1a4c0fefbad1" providerId="LiveId" clId="{BC6DEA1E-6C68-421E-9263-6C2705D40A4E}" dt="2026-04-23T21:02:10.597" v="4" actId="478"/>
          <ac:picMkLst>
            <pc:docMk/>
            <pc:sldMk cId="2935144419" sldId="260"/>
            <ac:picMk id="3" creationId="{79C798F7-35F8-2373-CAA7-C7FBC89C9B6B}"/>
          </ac:picMkLst>
        </pc:picChg>
        <pc:picChg chg="add del mod">
          <ac:chgData name="Abisaid Angúlo Munguia" userId="f74a1a4c0fefbad1" providerId="LiveId" clId="{BC6DEA1E-6C68-421E-9263-6C2705D40A4E}" dt="2026-04-23T21:02:24.812" v="5" actId="14826"/>
          <ac:picMkLst>
            <pc:docMk/>
            <pc:sldMk cId="2935144419" sldId="260"/>
            <ac:picMk id="4" creationId="{E8ADAF69-31B7-105E-09CB-8CADD4F27A9E}"/>
          </ac:picMkLst>
        </pc:picChg>
      </pc:sldChg>
    </pc:docChg>
  </pc:docChgLst>
  <pc:docChgLst>
    <pc:chgData name="EDGAR GAEL REYES QUEVEDO" userId="04ed7362-a71f-4db0-bacd-f9d8a9a1242d" providerId="ADAL" clId="{D38D3931-CCEA-4AEF-96D6-0218BD802E44}"/>
    <pc:docChg chg="custSel addSld modSld sldOrd">
      <pc:chgData name="EDGAR GAEL REYES QUEVEDO" userId="04ed7362-a71f-4db0-bacd-f9d8a9a1242d" providerId="ADAL" clId="{D38D3931-CCEA-4AEF-96D6-0218BD802E44}" dt="2026-04-23T20:51:18.239" v="994"/>
      <pc:docMkLst>
        <pc:docMk/>
      </pc:docMkLst>
      <pc:sldChg chg="modSp mod">
        <pc:chgData name="EDGAR GAEL REYES QUEVEDO" userId="04ed7362-a71f-4db0-bacd-f9d8a9a1242d" providerId="ADAL" clId="{D38D3931-CCEA-4AEF-96D6-0218BD802E44}" dt="2026-04-23T20:33:00.646" v="26" actId="1440"/>
        <pc:sldMkLst>
          <pc:docMk/>
          <pc:sldMk cId="37386645" sldId="256"/>
        </pc:sldMkLst>
        <pc:spChg chg="mod">
          <ac:chgData name="EDGAR GAEL REYES QUEVEDO" userId="04ed7362-a71f-4db0-bacd-f9d8a9a1242d" providerId="ADAL" clId="{D38D3931-CCEA-4AEF-96D6-0218BD802E44}" dt="2026-04-23T20:32:09.888" v="21" actId="1076"/>
          <ac:spMkLst>
            <pc:docMk/>
            <pc:sldMk cId="37386645" sldId="256"/>
            <ac:spMk id="23" creationId="{A0EC82D6-A456-F2F9-EE92-9C2A4B0C735E}"/>
          </ac:spMkLst>
        </pc:spChg>
        <pc:spChg chg="mod">
          <ac:chgData name="EDGAR GAEL REYES QUEVEDO" userId="04ed7362-a71f-4db0-bacd-f9d8a9a1242d" providerId="ADAL" clId="{D38D3931-CCEA-4AEF-96D6-0218BD802E44}" dt="2026-04-23T20:32:17.289" v="25" actId="14100"/>
          <ac:spMkLst>
            <pc:docMk/>
            <pc:sldMk cId="37386645" sldId="256"/>
            <ac:spMk id="24" creationId="{5BE440BD-55AA-C78A-9B03-A99CC44DF0A8}"/>
          </ac:spMkLst>
        </pc:spChg>
        <pc:picChg chg="mod">
          <ac:chgData name="EDGAR GAEL REYES QUEVEDO" userId="04ed7362-a71f-4db0-bacd-f9d8a9a1242d" providerId="ADAL" clId="{D38D3931-CCEA-4AEF-96D6-0218BD802E44}" dt="2026-04-23T20:33:00.646" v="26" actId="1440"/>
          <ac:picMkLst>
            <pc:docMk/>
            <pc:sldMk cId="37386645" sldId="256"/>
            <ac:picMk id="5" creationId="{D45CEF27-422B-64F5-DF6F-400AAE732A45}"/>
          </ac:picMkLst>
        </pc:picChg>
      </pc:sldChg>
      <pc:sldChg chg="modSp mod">
        <pc:chgData name="EDGAR GAEL REYES QUEVEDO" userId="04ed7362-a71f-4db0-bacd-f9d8a9a1242d" providerId="ADAL" clId="{D38D3931-CCEA-4AEF-96D6-0218BD802E44}" dt="2026-04-23T20:33:15.409" v="28" actId="1440"/>
        <pc:sldMkLst>
          <pc:docMk/>
          <pc:sldMk cId="1195846946" sldId="257"/>
        </pc:sldMkLst>
        <pc:picChg chg="mod">
          <ac:chgData name="EDGAR GAEL REYES QUEVEDO" userId="04ed7362-a71f-4db0-bacd-f9d8a9a1242d" providerId="ADAL" clId="{D38D3931-CCEA-4AEF-96D6-0218BD802E44}" dt="2026-04-23T20:33:15.409" v="28" actId="1440"/>
          <ac:picMkLst>
            <pc:docMk/>
            <pc:sldMk cId="1195846946" sldId="257"/>
            <ac:picMk id="52" creationId="{A95C7DD7-3CE8-EE6A-5BC0-1BC0FC328A2A}"/>
          </ac:picMkLst>
        </pc:picChg>
      </pc:sldChg>
      <pc:sldChg chg="addSp delSp modSp mod">
        <pc:chgData name="EDGAR GAEL REYES QUEVEDO" userId="04ed7362-a71f-4db0-bacd-f9d8a9a1242d" providerId="ADAL" clId="{D38D3931-CCEA-4AEF-96D6-0218BD802E44}" dt="2026-04-23T20:38:57.481" v="56" actId="1076"/>
        <pc:sldMkLst>
          <pc:docMk/>
          <pc:sldMk cId="1296508524" sldId="258"/>
        </pc:sldMkLst>
        <pc:grpChg chg="del">
          <ac:chgData name="EDGAR GAEL REYES QUEVEDO" userId="04ed7362-a71f-4db0-bacd-f9d8a9a1242d" providerId="ADAL" clId="{D38D3931-CCEA-4AEF-96D6-0218BD802E44}" dt="2026-04-23T20:38:48.866" v="51" actId="478"/>
          <ac:grpSpMkLst>
            <pc:docMk/>
            <pc:sldMk cId="1296508524" sldId="258"/>
            <ac:grpSpMk id="14" creationId="{917E8A1D-F9D7-B3A8-211B-A83A2E23E596}"/>
          </ac:grpSpMkLst>
        </pc:grpChg>
        <pc:picChg chg="add mod">
          <ac:chgData name="EDGAR GAEL REYES QUEVEDO" userId="04ed7362-a71f-4db0-bacd-f9d8a9a1242d" providerId="ADAL" clId="{D38D3931-CCEA-4AEF-96D6-0218BD802E44}" dt="2026-04-23T20:38:57.481" v="56" actId="1076"/>
          <ac:picMkLst>
            <pc:docMk/>
            <pc:sldMk cId="1296508524" sldId="258"/>
            <ac:picMk id="2" creationId="{A2DEBB5F-EAB2-9437-7838-0011FBA01893}"/>
          </ac:picMkLst>
        </pc:picChg>
      </pc:sldChg>
      <pc:sldChg chg="addSp modSp mod ord">
        <pc:chgData name="EDGAR GAEL REYES QUEVEDO" userId="04ed7362-a71f-4db0-bacd-f9d8a9a1242d" providerId="ADAL" clId="{D38D3931-CCEA-4AEF-96D6-0218BD802E44}" dt="2026-04-23T20:45:03.583" v="970" actId="14100"/>
        <pc:sldMkLst>
          <pc:docMk/>
          <pc:sldMk cId="3089912078" sldId="259"/>
        </pc:sldMkLst>
        <pc:spChg chg="mod">
          <ac:chgData name="EDGAR GAEL REYES QUEVEDO" userId="04ed7362-a71f-4db0-bacd-f9d8a9a1242d" providerId="ADAL" clId="{D38D3931-CCEA-4AEF-96D6-0218BD802E44}" dt="2026-04-23T20:39:41.710" v="81" actId="1076"/>
          <ac:spMkLst>
            <pc:docMk/>
            <pc:sldMk cId="3089912078" sldId="259"/>
            <ac:spMk id="5" creationId="{6CBE37A4-CE5E-7CEA-E13E-5BB05EDDFE2E}"/>
          </ac:spMkLst>
        </pc:spChg>
        <pc:spChg chg="mod">
          <ac:chgData name="EDGAR GAEL REYES QUEVEDO" userId="04ed7362-a71f-4db0-bacd-f9d8a9a1242d" providerId="ADAL" clId="{D38D3931-CCEA-4AEF-96D6-0218BD802E44}" dt="2026-04-23T20:39:33.706" v="80" actId="14100"/>
          <ac:spMkLst>
            <pc:docMk/>
            <pc:sldMk cId="3089912078" sldId="259"/>
            <ac:spMk id="6" creationId="{571F7FB1-CBB0-8FBA-64C9-BFA1053A61CB}"/>
          </ac:spMkLst>
        </pc:spChg>
        <pc:spChg chg="add mod">
          <ac:chgData name="EDGAR GAEL REYES QUEVEDO" userId="04ed7362-a71f-4db0-bacd-f9d8a9a1242d" providerId="ADAL" clId="{D38D3931-CCEA-4AEF-96D6-0218BD802E44}" dt="2026-04-23T20:45:03.583" v="970" actId="14100"/>
          <ac:spMkLst>
            <pc:docMk/>
            <pc:sldMk cId="3089912078" sldId="259"/>
            <ac:spMk id="7" creationId="{5F9B59F0-9B76-1AE5-A7F8-27326BAC028A}"/>
          </ac:spMkLst>
        </pc:spChg>
        <pc:grpChg chg="add mod">
          <ac:chgData name="EDGAR GAEL REYES QUEVEDO" userId="04ed7362-a71f-4db0-bacd-f9d8a9a1242d" providerId="ADAL" clId="{D38D3931-CCEA-4AEF-96D6-0218BD802E44}" dt="2026-04-23T20:39:31.252" v="79" actId="1076"/>
          <ac:grpSpMkLst>
            <pc:docMk/>
            <pc:sldMk cId="3089912078" sldId="259"/>
            <ac:grpSpMk id="4" creationId="{4CDA9A3C-E827-C168-2103-A76AFC50E562}"/>
          </ac:grpSpMkLst>
        </pc:grpChg>
        <pc:grpChg chg="mod">
          <ac:chgData name="EDGAR GAEL REYES QUEVEDO" userId="04ed7362-a71f-4db0-bacd-f9d8a9a1242d" providerId="ADAL" clId="{D38D3931-CCEA-4AEF-96D6-0218BD802E44}" dt="2026-04-23T20:33:34.695" v="29" actId="1076"/>
          <ac:grpSpMkLst>
            <pc:docMk/>
            <pc:sldMk cId="3089912078" sldId="259"/>
            <ac:grpSpMk id="19" creationId="{F2D1CDF2-A6E7-1731-3AD1-ACF0F9BBAEB8}"/>
          </ac:grpSpMkLst>
        </pc:grpChg>
        <pc:picChg chg="add mod">
          <ac:chgData name="EDGAR GAEL REYES QUEVEDO" userId="04ed7362-a71f-4db0-bacd-f9d8a9a1242d" providerId="ADAL" clId="{D38D3931-CCEA-4AEF-96D6-0218BD802E44}" dt="2026-04-23T20:39:47.643" v="83" actId="14100"/>
          <ac:picMkLst>
            <pc:docMk/>
            <pc:sldMk cId="3089912078" sldId="259"/>
            <ac:picMk id="3" creationId="{CDBEA1B8-A4B8-9FD2-49A9-9320F6F05AB8}"/>
          </ac:picMkLst>
        </pc:picChg>
      </pc:sldChg>
      <pc:sldChg chg="addSp delSp modSp new mod">
        <pc:chgData name="EDGAR GAEL REYES QUEVEDO" userId="04ed7362-a71f-4db0-bacd-f9d8a9a1242d" providerId="ADAL" clId="{D38D3931-CCEA-4AEF-96D6-0218BD802E44}" dt="2026-04-23T20:38:33.891" v="43" actId="1076"/>
        <pc:sldMkLst>
          <pc:docMk/>
          <pc:sldMk cId="2935144419" sldId="260"/>
        </pc:sldMkLst>
        <pc:spChg chg="del">
          <ac:chgData name="EDGAR GAEL REYES QUEVEDO" userId="04ed7362-a71f-4db0-bacd-f9d8a9a1242d" providerId="ADAL" clId="{D38D3931-CCEA-4AEF-96D6-0218BD802E44}" dt="2026-04-23T20:38:24.281" v="35" actId="478"/>
          <ac:spMkLst>
            <pc:docMk/>
            <pc:sldMk cId="2935144419" sldId="260"/>
            <ac:spMk id="2" creationId="{CDF709F5-4E93-EFD6-02E1-B76342AD6D17}"/>
          </ac:spMkLst>
        </pc:spChg>
        <pc:spChg chg="del">
          <ac:chgData name="EDGAR GAEL REYES QUEVEDO" userId="04ed7362-a71f-4db0-bacd-f9d8a9a1242d" providerId="ADAL" clId="{D38D3931-CCEA-4AEF-96D6-0218BD802E44}" dt="2026-04-23T20:38:25" v="36" actId="478"/>
          <ac:spMkLst>
            <pc:docMk/>
            <pc:sldMk cId="2935144419" sldId="260"/>
            <ac:spMk id="3" creationId="{7D6A75FC-D6DB-EAAB-7FF9-10BD60859338}"/>
          </ac:spMkLst>
        </pc:spChg>
        <pc:picChg chg="add mod">
          <ac:chgData name="EDGAR GAEL REYES QUEVEDO" userId="04ed7362-a71f-4db0-bacd-f9d8a9a1242d" providerId="ADAL" clId="{D38D3931-CCEA-4AEF-96D6-0218BD802E44}" dt="2026-04-23T20:38:33.891" v="43" actId="1076"/>
          <ac:picMkLst>
            <pc:docMk/>
            <pc:sldMk cId="2935144419" sldId="260"/>
            <ac:picMk id="4" creationId="{E8ADAF69-31B7-105E-09CB-8CADD4F27A9E}"/>
          </ac:picMkLst>
        </pc:picChg>
      </pc:sldChg>
      <pc:sldChg chg="addSp modSp new mod modTransition">
        <pc:chgData name="EDGAR GAEL REYES QUEVEDO" userId="04ed7362-a71f-4db0-bacd-f9d8a9a1242d" providerId="ADAL" clId="{D38D3931-CCEA-4AEF-96D6-0218BD802E44}" dt="2026-04-23T20:51:18.239" v="994"/>
        <pc:sldMkLst>
          <pc:docMk/>
          <pc:sldMk cId="3621507805" sldId="261"/>
        </pc:sldMkLst>
        <pc:spChg chg="mod">
          <ac:chgData name="EDGAR GAEL REYES QUEVEDO" userId="04ed7362-a71f-4db0-bacd-f9d8a9a1242d" providerId="ADAL" clId="{D38D3931-CCEA-4AEF-96D6-0218BD802E44}" dt="2026-04-23T20:51:09.831" v="991" actId="1076"/>
          <ac:spMkLst>
            <pc:docMk/>
            <pc:sldMk cId="3621507805" sldId="261"/>
            <ac:spMk id="2" creationId="{B2A93777-73F4-5111-2916-5106EFD24E1C}"/>
          </ac:spMkLst>
        </pc:spChg>
        <pc:spChg chg="mod">
          <ac:chgData name="EDGAR GAEL REYES QUEVEDO" userId="04ed7362-a71f-4db0-bacd-f9d8a9a1242d" providerId="ADAL" clId="{D38D3931-CCEA-4AEF-96D6-0218BD802E44}" dt="2026-04-23T20:51:01.029" v="990" actId="5793"/>
          <ac:spMkLst>
            <pc:docMk/>
            <pc:sldMk cId="3621507805" sldId="261"/>
            <ac:spMk id="3" creationId="{FBB19DCD-A0A6-ACEC-BEAA-87F89C73E6C6}"/>
          </ac:spMkLst>
        </pc:spChg>
        <pc:spChg chg="mod">
          <ac:chgData name="EDGAR GAEL REYES QUEVEDO" userId="04ed7362-a71f-4db0-bacd-f9d8a9a1242d" providerId="ADAL" clId="{D38D3931-CCEA-4AEF-96D6-0218BD802E44}" dt="2026-04-23T20:51:12.280" v="992"/>
          <ac:spMkLst>
            <pc:docMk/>
            <pc:sldMk cId="3621507805" sldId="261"/>
            <ac:spMk id="5" creationId="{9C7B51B4-94DD-0A23-154A-40C4DED5F91E}"/>
          </ac:spMkLst>
        </pc:spChg>
        <pc:spChg chg="mod">
          <ac:chgData name="EDGAR GAEL REYES QUEVEDO" userId="04ed7362-a71f-4db0-bacd-f9d8a9a1242d" providerId="ADAL" clId="{D38D3931-CCEA-4AEF-96D6-0218BD802E44}" dt="2026-04-23T20:51:12.280" v="992"/>
          <ac:spMkLst>
            <pc:docMk/>
            <pc:sldMk cId="3621507805" sldId="261"/>
            <ac:spMk id="6" creationId="{0D6F7EA9-7402-4E1E-1CCD-5738BB02B99D}"/>
          </ac:spMkLst>
        </pc:spChg>
        <pc:spChg chg="mod">
          <ac:chgData name="EDGAR GAEL REYES QUEVEDO" userId="04ed7362-a71f-4db0-bacd-f9d8a9a1242d" providerId="ADAL" clId="{D38D3931-CCEA-4AEF-96D6-0218BD802E44}" dt="2026-04-23T20:51:12.280" v="992"/>
          <ac:spMkLst>
            <pc:docMk/>
            <pc:sldMk cId="3621507805" sldId="261"/>
            <ac:spMk id="7" creationId="{6E2FAFB2-0E4A-7D55-291F-235A2735320A}"/>
          </ac:spMkLst>
        </pc:spChg>
        <pc:spChg chg="mod">
          <ac:chgData name="EDGAR GAEL REYES QUEVEDO" userId="04ed7362-a71f-4db0-bacd-f9d8a9a1242d" providerId="ADAL" clId="{D38D3931-CCEA-4AEF-96D6-0218BD802E44}" dt="2026-04-23T20:51:12.280" v="992"/>
          <ac:spMkLst>
            <pc:docMk/>
            <pc:sldMk cId="3621507805" sldId="261"/>
            <ac:spMk id="8" creationId="{662802C4-9A78-B9CB-DA37-C79DD5CDEF59}"/>
          </ac:spMkLst>
        </pc:spChg>
        <pc:grpChg chg="add mod">
          <ac:chgData name="EDGAR GAEL REYES QUEVEDO" userId="04ed7362-a71f-4db0-bacd-f9d8a9a1242d" providerId="ADAL" clId="{D38D3931-CCEA-4AEF-96D6-0218BD802E44}" dt="2026-04-23T20:51:14.741" v="993" actId="1076"/>
          <ac:grpSpMkLst>
            <pc:docMk/>
            <pc:sldMk cId="3621507805" sldId="261"/>
            <ac:grpSpMk id="4" creationId="{07004641-7523-1BEC-62A9-4372F3E6332B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FCD7E-F3EC-41C1-B937-A5A2090DE6FC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63180-F1E6-497C-8622-EE7C8B38226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9381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AECBA-C157-94DF-156E-5BECDD992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06E769D-A0BF-8D35-3D20-4FE032FFF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9F22EFF-021E-A2AC-0E50-3A17447E4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8EA717-F778-6B2E-66B9-5812B83B2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63180-F1E6-497C-8622-EE7C8B38226A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8894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63180-F1E6-497C-8622-EE7C8B38226A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316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131BA-EA02-4E72-A13B-3DA118C02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1CBB5A-155D-A627-EDE7-D53571BC4E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26C1E0-9DB6-79BB-A8AF-B709795B1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12E6-FF2F-4EE5-94A3-B41C09DA71CD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A5F23D-ABE3-042F-45FE-D59DDC0E5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8C8138-3860-D053-5A8F-695AF3E1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70CBE-FEC9-4F03-B2EF-F7464E88F7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1355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3CA1E-4692-D300-5496-5286268F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7B8565-7016-7D7B-9FBE-2F39637B7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7A57D5-E231-F177-011D-B64C948B8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12E6-FF2F-4EE5-94A3-B41C09DA71CD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AB3A70-B1C9-60F9-1C28-526980E6A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DB9D09-8674-7FBC-8111-29031D48B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70CBE-FEC9-4F03-B2EF-F7464E88F7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138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D52D02-04E6-B3D5-B988-35C9C511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17DAB0-2F74-CC8A-10A2-BB58CB1E3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FB1964-D6E7-0E10-227F-D9E0C2D37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12E6-FF2F-4EE5-94A3-B41C09DA71CD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135B78-4EB1-B1F5-E890-D8CFE3D87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F4D2E7-7DC1-B366-6DBE-E4D3FDA41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70CBE-FEC9-4F03-B2EF-F7464E88F7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050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D8AD5-9A5C-6D50-6F1B-0D84BE6A5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320CD0-077A-584E-B779-21997700A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AF0247-64B7-8E63-AE7C-489AB0336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7BD484-0DC3-15FC-58BC-EA8073CD5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12E6-FF2F-4EE5-94A3-B41C09DA71CD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48DE52-1927-F778-A440-38A49B156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908E64-7B51-A570-1DFC-5AD0E839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70CBE-FEC9-4F03-B2EF-F7464E88F7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7597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617EA0-3583-EF70-903C-C0EC59CB9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BE47E8-72E3-869C-9E2B-6C9AC2D58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71C4301-149A-7B54-9E9C-54A6F2056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7DA7D6-24C6-1EE6-03E7-AD678BE4D1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7176DD-186B-6FFA-1418-B364041F2F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2E27591-4BB5-DC73-9F45-AA7CB658E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12E6-FF2F-4EE5-94A3-B41C09DA71CD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324D2D7-1DA6-A7ED-BB76-61495279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C69D08B-95E5-F57D-37D3-DEC55301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70CBE-FEC9-4F03-B2EF-F7464E88F7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7250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8DDE4-4D0B-CDC6-13D0-D08DAD5F4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4FAD2D-887B-E98A-8261-0B5E75C65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12E6-FF2F-4EE5-94A3-B41C09DA71CD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C2515A0-8A1D-BECC-B3A9-971FB0DAB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2805116-C10C-DA26-2357-2A088E937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70CBE-FEC9-4F03-B2EF-F7464E88F7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2614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06D771-7538-5B4A-7EAD-D63B418FD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12E6-FF2F-4EE5-94A3-B41C09DA71CD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D03B131-5FBE-4019-D17E-A1D9DDAE6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9E4BC0-002B-5840-FEF7-9D65ADAA9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70CBE-FEC9-4F03-B2EF-F7464E88F7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5556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729FB-D456-9057-DDCD-AF5096DDA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B9D541-14B9-4D4B-1A24-52561C3EF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76585F-44EC-A8C4-62BD-05407B032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7BABE0-E5C4-7FDC-7F73-96B85B088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12E6-FF2F-4EE5-94A3-B41C09DA71CD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4BC4258-C1CE-EF8B-4A09-BC1734EB9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2C642D-B2C7-D795-8BE3-33D990402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70CBE-FEC9-4F03-B2EF-F7464E88F7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7228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3A8CC-4020-974C-7391-CA71DEA1C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6F368C5-0A3C-C03E-8128-B2A0AF544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736798-4681-4BCE-BFE7-4EA06B130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4C1484-0CCE-7BB9-A9B5-D8E85A11F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12E6-FF2F-4EE5-94A3-B41C09DA71CD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2724ED-91CD-3F9B-5AFF-20E21CFD1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C984F8-C6A3-08BA-E67A-56603C8D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70CBE-FEC9-4F03-B2EF-F7464E88F7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93487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019D3-EC0B-AD25-BBE5-A474DE363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A7CE05-1052-DE0B-3271-E30139DD0E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CAFF74-B298-62D3-320D-B7C93FDAD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12E6-FF2F-4EE5-94A3-B41C09DA71CD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FF1308-A2E9-250B-3268-F4E38E0BE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9B3745-ECBA-FDBC-5CD3-8B4E23BCD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70CBE-FEC9-4F03-B2EF-F7464E88F7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1281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0667BFB-9873-F0BF-ADA1-D27147525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D603EEB-8DA6-9C12-2F18-FC59536BE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14B945-6CE8-7369-F1B9-EBAAE994C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12E6-FF2F-4EE5-94A3-B41C09DA71CD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A32E93-5B8C-ABD2-F2F3-26B8AD288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777984-13AB-989B-D13F-422CD7C5B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70CBE-FEC9-4F03-B2EF-F7464E88F7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7718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4216A8F-9B30-B90E-7AC9-E6494BE09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9CAA54-AD98-912A-306D-9E9B8066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B1BAC5-4312-DC05-D605-74B952438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0812E6-FF2F-4EE5-94A3-B41C09DA71CD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DB3331-69E0-BEF6-A82E-02EB99A0AE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F648F4-44E6-F767-A7FF-726B852F4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070CBE-FEC9-4F03-B2EF-F7464E88F7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5780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upo 58">
            <a:extLst>
              <a:ext uri="{FF2B5EF4-FFF2-40B4-BE49-F238E27FC236}">
                <a16:creationId xmlns:a16="http://schemas.microsoft.com/office/drawing/2014/main" id="{C7E6EA07-D366-8BCB-0699-C09E3B5DFCC0}"/>
              </a:ext>
            </a:extLst>
          </p:cNvPr>
          <p:cNvGrpSpPr/>
          <p:nvPr/>
        </p:nvGrpSpPr>
        <p:grpSpPr>
          <a:xfrm>
            <a:off x="1784883" y="576440"/>
            <a:ext cx="12007317" cy="1143288"/>
            <a:chOff x="1784883" y="576440"/>
            <a:chExt cx="12007317" cy="1143288"/>
          </a:xfrm>
        </p:grpSpPr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EFBD169F-F637-31FA-E5CB-5E5B04277D2C}"/>
                </a:ext>
              </a:extLst>
            </p:cNvPr>
            <p:cNvSpPr txBox="1"/>
            <p:nvPr/>
          </p:nvSpPr>
          <p:spPr>
            <a:xfrm>
              <a:off x="3994690" y="576440"/>
              <a:ext cx="81973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3200" b="1" noProof="0" dirty="0">
                  <a:solidFill>
                    <a:schemeClr val="bg1"/>
                  </a:solidFill>
                </a:rPr>
                <a:t>Universidad Autónoma de Chimalhuacán</a:t>
              </a:r>
            </a:p>
          </p:txBody>
        </p:sp>
        <p:sp>
          <p:nvSpPr>
            <p:cNvPr id="40" name="Signo menos 39">
              <a:extLst>
                <a:ext uri="{FF2B5EF4-FFF2-40B4-BE49-F238E27FC236}">
                  <a16:creationId xmlns:a16="http://schemas.microsoft.com/office/drawing/2014/main" id="{8BEDDF55-14BB-E217-4558-34906505ECA3}"/>
                </a:ext>
              </a:extLst>
            </p:cNvPr>
            <p:cNvSpPr/>
            <p:nvPr/>
          </p:nvSpPr>
          <p:spPr>
            <a:xfrm>
              <a:off x="1784883" y="868828"/>
              <a:ext cx="12007317" cy="850900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noProof="0" dirty="0"/>
            </a:p>
          </p:txBody>
        </p:sp>
      </p:grpSp>
      <p:pic>
        <p:nvPicPr>
          <p:cNvPr id="52" name="Imagen 51">
            <a:extLst>
              <a:ext uri="{FF2B5EF4-FFF2-40B4-BE49-F238E27FC236}">
                <a16:creationId xmlns:a16="http://schemas.microsoft.com/office/drawing/2014/main" id="{A95C7DD7-3CE8-EE6A-5BC0-1BC0FC328A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800" y="1600170"/>
            <a:ext cx="6337300" cy="39116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3" name="CuadroTexto 52">
            <a:extLst>
              <a:ext uri="{FF2B5EF4-FFF2-40B4-BE49-F238E27FC236}">
                <a16:creationId xmlns:a16="http://schemas.microsoft.com/office/drawing/2014/main" id="{8BC7D8B2-26F4-578D-4D9E-F121942943FF}"/>
              </a:ext>
            </a:extLst>
          </p:cNvPr>
          <p:cNvSpPr txBox="1"/>
          <p:nvPr/>
        </p:nvSpPr>
        <p:spPr>
          <a:xfrm>
            <a:off x="1587500" y="2621481"/>
            <a:ext cx="3721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400" noProof="0" dirty="0">
                <a:solidFill>
                  <a:schemeClr val="bg1"/>
                </a:solidFill>
              </a:rPr>
              <a:t>A continuación les presentaremos el proyecto del </a:t>
            </a:r>
            <a:r>
              <a:rPr lang="es-MX" sz="2400" noProof="0" dirty="0" err="1">
                <a:solidFill>
                  <a:schemeClr val="bg1"/>
                </a:solidFill>
              </a:rPr>
              <a:t>layout</a:t>
            </a:r>
            <a:r>
              <a:rPr lang="es-MX" sz="2400" noProof="0" dirty="0">
                <a:solidFill>
                  <a:schemeClr val="bg1"/>
                </a:solidFill>
              </a:rPr>
              <a:t> que realizamos, tomando como inspiración a la unidad académica de Chimalhuacán </a:t>
            </a:r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D3EF9314-79B2-0BB1-BCEA-296DBD1D8C82}"/>
              </a:ext>
            </a:extLst>
          </p:cNvPr>
          <p:cNvGrpSpPr/>
          <p:nvPr/>
        </p:nvGrpSpPr>
        <p:grpSpPr>
          <a:xfrm rot="10357571">
            <a:off x="-2696177" y="-2130872"/>
            <a:ext cx="4990758" cy="4814628"/>
            <a:chOff x="3193545" y="755695"/>
            <a:chExt cx="5631572" cy="5162331"/>
          </a:xfrm>
        </p:grpSpPr>
        <p:sp>
          <p:nvSpPr>
            <p:cNvPr id="55" name="Forma libre: forma 54">
              <a:extLst>
                <a:ext uri="{FF2B5EF4-FFF2-40B4-BE49-F238E27FC236}">
                  <a16:creationId xmlns:a16="http://schemas.microsoft.com/office/drawing/2014/main" id="{2BD0941E-095F-5BE9-0805-BA84356139E3}"/>
                </a:ext>
              </a:extLst>
            </p:cNvPr>
            <p:cNvSpPr/>
            <p:nvPr/>
          </p:nvSpPr>
          <p:spPr>
            <a:xfrm rot="16200000">
              <a:off x="6252808" y="619749"/>
              <a:ext cx="2431751" cy="2703643"/>
            </a:xfrm>
            <a:custGeom>
              <a:avLst/>
              <a:gdLst>
                <a:gd name="csX0" fmla="*/ 2431751 w 2431751"/>
                <a:gd name="csY0" fmla="*/ 0 h 2703643"/>
                <a:gd name="csX1" fmla="*/ 2423380 w 2431751"/>
                <a:gd name="csY1" fmla="*/ 180735 h 2703643"/>
                <a:gd name="csX2" fmla="*/ 115004 w 2431751"/>
                <a:gd name="csY2" fmla="*/ 2697312 h 2703643"/>
                <a:gd name="csX3" fmla="*/ 0 w 2431751"/>
                <a:gd name="csY3" fmla="*/ 2703643 h 2703643"/>
                <a:gd name="csX4" fmla="*/ 0 w 2431751"/>
                <a:gd name="csY4" fmla="*/ 2058844 h 2703643"/>
                <a:gd name="csX5" fmla="*/ 49100 w 2431751"/>
                <a:gd name="csY5" fmla="*/ 2056067 h 2703643"/>
                <a:gd name="csX6" fmla="*/ 1782136 w 2431751"/>
                <a:gd name="csY6" fmla="*/ 114830 h 2703643"/>
                <a:gd name="csX7" fmla="*/ 1787313 w 2431751"/>
                <a:gd name="csY7" fmla="*/ 0 h 2703643"/>
                <a:gd name="csX8" fmla="*/ 2431751 w 2431751"/>
                <a:gd name="csY8" fmla="*/ 0 h 27036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431751" h="2703643">
                  <a:moveTo>
                    <a:pt x="2431751" y="0"/>
                  </a:moveTo>
                  <a:lnTo>
                    <a:pt x="2423380" y="180735"/>
                  </a:lnTo>
                  <a:cubicBezTo>
                    <a:pt x="2299773" y="1507655"/>
                    <a:pt x="1332145" y="2562556"/>
                    <a:pt x="115004" y="2697312"/>
                  </a:cubicBezTo>
                  <a:lnTo>
                    <a:pt x="0" y="2703643"/>
                  </a:lnTo>
                  <a:lnTo>
                    <a:pt x="0" y="2058844"/>
                  </a:lnTo>
                  <a:lnTo>
                    <a:pt x="49100" y="2056067"/>
                  </a:lnTo>
                  <a:cubicBezTo>
                    <a:pt x="962881" y="1952119"/>
                    <a:pt x="1689336" y="1138389"/>
                    <a:pt x="1782136" y="114830"/>
                  </a:cubicBezTo>
                  <a:lnTo>
                    <a:pt x="1787313" y="0"/>
                  </a:lnTo>
                  <a:lnTo>
                    <a:pt x="2431751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MX" noProof="0" dirty="0"/>
            </a:p>
          </p:txBody>
        </p:sp>
        <p:sp>
          <p:nvSpPr>
            <p:cNvPr id="56" name="Forma libre: forma 55">
              <a:extLst>
                <a:ext uri="{FF2B5EF4-FFF2-40B4-BE49-F238E27FC236}">
                  <a16:creationId xmlns:a16="http://schemas.microsoft.com/office/drawing/2014/main" id="{87E06037-D494-6E9F-9986-85B22C13A20A}"/>
                </a:ext>
              </a:extLst>
            </p:cNvPr>
            <p:cNvSpPr/>
            <p:nvPr/>
          </p:nvSpPr>
          <p:spPr>
            <a:xfrm rot="16200000">
              <a:off x="3334100" y="619750"/>
              <a:ext cx="2431751" cy="2703641"/>
            </a:xfrm>
            <a:custGeom>
              <a:avLst/>
              <a:gdLst>
                <a:gd name="csX0" fmla="*/ 2431751 w 2431751"/>
                <a:gd name="csY0" fmla="*/ 2703641 h 2703641"/>
                <a:gd name="csX1" fmla="*/ 1787313 w 2431751"/>
                <a:gd name="csY1" fmla="*/ 2703641 h 2703641"/>
                <a:gd name="csX2" fmla="*/ 1782136 w 2431751"/>
                <a:gd name="csY2" fmla="*/ 2588811 h 2703641"/>
                <a:gd name="csX3" fmla="*/ 49100 w 2431751"/>
                <a:gd name="csY3" fmla="*/ 647574 h 2703641"/>
                <a:gd name="csX4" fmla="*/ 0 w 2431751"/>
                <a:gd name="csY4" fmla="*/ 644797 h 2703641"/>
                <a:gd name="csX5" fmla="*/ 0 w 2431751"/>
                <a:gd name="csY5" fmla="*/ 0 h 2703641"/>
                <a:gd name="csX6" fmla="*/ 115004 w 2431751"/>
                <a:gd name="csY6" fmla="*/ 6331 h 2703641"/>
                <a:gd name="csX7" fmla="*/ 2423380 w 2431751"/>
                <a:gd name="csY7" fmla="*/ 2522908 h 2703641"/>
                <a:gd name="csX8" fmla="*/ 2431751 w 2431751"/>
                <a:gd name="csY8" fmla="*/ 2703641 h 2703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431751" h="2703641">
                  <a:moveTo>
                    <a:pt x="2431751" y="2703641"/>
                  </a:moveTo>
                  <a:lnTo>
                    <a:pt x="1787313" y="2703641"/>
                  </a:lnTo>
                  <a:lnTo>
                    <a:pt x="1782136" y="2588811"/>
                  </a:lnTo>
                  <a:cubicBezTo>
                    <a:pt x="1689336" y="1565252"/>
                    <a:pt x="962881" y="751523"/>
                    <a:pt x="49100" y="647574"/>
                  </a:cubicBezTo>
                  <a:lnTo>
                    <a:pt x="0" y="644797"/>
                  </a:lnTo>
                  <a:lnTo>
                    <a:pt x="0" y="0"/>
                  </a:lnTo>
                  <a:lnTo>
                    <a:pt x="115004" y="6331"/>
                  </a:lnTo>
                  <a:cubicBezTo>
                    <a:pt x="1332146" y="141087"/>
                    <a:pt x="2299773" y="1195988"/>
                    <a:pt x="2423380" y="2522908"/>
                  </a:cubicBezTo>
                  <a:lnTo>
                    <a:pt x="2431751" y="2703641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MX" noProof="0" dirty="0"/>
            </a:p>
          </p:txBody>
        </p:sp>
        <p:sp>
          <p:nvSpPr>
            <p:cNvPr id="57" name="Forma libre: forma 56">
              <a:extLst>
                <a:ext uri="{FF2B5EF4-FFF2-40B4-BE49-F238E27FC236}">
                  <a16:creationId xmlns:a16="http://schemas.microsoft.com/office/drawing/2014/main" id="{B9FE3636-C524-8C9E-13ED-DF907135BBB9}"/>
                </a:ext>
              </a:extLst>
            </p:cNvPr>
            <p:cNvSpPr/>
            <p:nvPr/>
          </p:nvSpPr>
          <p:spPr>
            <a:xfrm rot="16200000">
              <a:off x="3289913" y="3306143"/>
              <a:ext cx="2515515" cy="2708252"/>
            </a:xfrm>
            <a:custGeom>
              <a:avLst/>
              <a:gdLst>
                <a:gd name="csX0" fmla="*/ 2515515 w 2515515"/>
                <a:gd name="csY0" fmla="*/ 0 h 2708252"/>
                <a:gd name="csX1" fmla="*/ 2515515 w 2515515"/>
                <a:gd name="csY1" fmla="*/ 644670 h 2708252"/>
                <a:gd name="csX2" fmla="*/ 2382651 w 2515515"/>
                <a:gd name="csY2" fmla="*/ 652185 h 2708252"/>
                <a:gd name="csX3" fmla="*/ 649615 w 2515515"/>
                <a:gd name="csY3" fmla="*/ 2593422 h 2708252"/>
                <a:gd name="csX4" fmla="*/ 644439 w 2515515"/>
                <a:gd name="csY4" fmla="*/ 2708252 h 2708252"/>
                <a:gd name="csX5" fmla="*/ 0 w 2515515"/>
                <a:gd name="csY5" fmla="*/ 2708252 h 2708252"/>
                <a:gd name="csX6" fmla="*/ 8371 w 2515515"/>
                <a:gd name="csY6" fmla="*/ 2527519 h 2708252"/>
                <a:gd name="csX7" fmla="*/ 2316747 w 2515515"/>
                <a:gd name="csY7" fmla="*/ 10942 h 2708252"/>
                <a:gd name="csX8" fmla="*/ 2515515 w 2515515"/>
                <a:gd name="csY8" fmla="*/ 0 h 27082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15515" h="2708252">
                  <a:moveTo>
                    <a:pt x="2515515" y="0"/>
                  </a:moveTo>
                  <a:lnTo>
                    <a:pt x="2515515" y="644670"/>
                  </a:lnTo>
                  <a:lnTo>
                    <a:pt x="2382651" y="652185"/>
                  </a:lnTo>
                  <a:cubicBezTo>
                    <a:pt x="1468871" y="756133"/>
                    <a:pt x="742415" y="1569863"/>
                    <a:pt x="649615" y="2593422"/>
                  </a:cubicBezTo>
                  <a:lnTo>
                    <a:pt x="644439" y="2708252"/>
                  </a:lnTo>
                  <a:lnTo>
                    <a:pt x="0" y="2708252"/>
                  </a:lnTo>
                  <a:lnTo>
                    <a:pt x="8371" y="2527519"/>
                  </a:lnTo>
                  <a:cubicBezTo>
                    <a:pt x="131979" y="1200599"/>
                    <a:pt x="1099606" y="145698"/>
                    <a:pt x="2316747" y="10942"/>
                  </a:cubicBezTo>
                  <a:lnTo>
                    <a:pt x="2515515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MX" noProof="0" dirty="0"/>
            </a:p>
          </p:txBody>
        </p:sp>
        <p:sp>
          <p:nvSpPr>
            <p:cNvPr id="58" name="Forma libre: forma 57">
              <a:extLst>
                <a:ext uri="{FF2B5EF4-FFF2-40B4-BE49-F238E27FC236}">
                  <a16:creationId xmlns:a16="http://schemas.microsoft.com/office/drawing/2014/main" id="{A05EEB58-AB6F-AD69-F0D6-BD43185CB2AA}"/>
                </a:ext>
              </a:extLst>
            </p:cNvPr>
            <p:cNvSpPr/>
            <p:nvPr/>
          </p:nvSpPr>
          <p:spPr>
            <a:xfrm rot="16200000">
              <a:off x="6213232" y="3306142"/>
              <a:ext cx="2515515" cy="2708254"/>
            </a:xfrm>
            <a:custGeom>
              <a:avLst/>
              <a:gdLst>
                <a:gd name="csX0" fmla="*/ 2515515 w 2515515"/>
                <a:gd name="csY0" fmla="*/ 2063582 h 2708254"/>
                <a:gd name="csX1" fmla="*/ 2515515 w 2515515"/>
                <a:gd name="csY1" fmla="*/ 2708254 h 2708254"/>
                <a:gd name="csX2" fmla="*/ 2316747 w 2515515"/>
                <a:gd name="csY2" fmla="*/ 2697312 h 2708254"/>
                <a:gd name="csX3" fmla="*/ 8371 w 2515515"/>
                <a:gd name="csY3" fmla="*/ 180735 h 2708254"/>
                <a:gd name="csX4" fmla="*/ 0 w 2515515"/>
                <a:gd name="csY4" fmla="*/ 0 h 2708254"/>
                <a:gd name="csX5" fmla="*/ 644439 w 2515515"/>
                <a:gd name="csY5" fmla="*/ 0 h 2708254"/>
                <a:gd name="csX6" fmla="*/ 649615 w 2515515"/>
                <a:gd name="csY6" fmla="*/ 114830 h 2708254"/>
                <a:gd name="csX7" fmla="*/ 2382651 w 2515515"/>
                <a:gd name="csY7" fmla="*/ 2056067 h 2708254"/>
                <a:gd name="csX8" fmla="*/ 2515515 w 2515515"/>
                <a:gd name="csY8" fmla="*/ 2063582 h 27082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15515" h="2708254">
                  <a:moveTo>
                    <a:pt x="2515515" y="2063582"/>
                  </a:moveTo>
                  <a:lnTo>
                    <a:pt x="2515515" y="2708254"/>
                  </a:lnTo>
                  <a:lnTo>
                    <a:pt x="2316747" y="2697312"/>
                  </a:lnTo>
                  <a:cubicBezTo>
                    <a:pt x="1099605" y="2562556"/>
                    <a:pt x="131978" y="1507655"/>
                    <a:pt x="8371" y="180735"/>
                  </a:cubicBezTo>
                  <a:lnTo>
                    <a:pt x="0" y="0"/>
                  </a:lnTo>
                  <a:lnTo>
                    <a:pt x="644439" y="0"/>
                  </a:lnTo>
                  <a:lnTo>
                    <a:pt x="649615" y="114830"/>
                  </a:lnTo>
                  <a:cubicBezTo>
                    <a:pt x="742415" y="1138389"/>
                    <a:pt x="1468870" y="1952119"/>
                    <a:pt x="2382651" y="2056067"/>
                  </a:cubicBezTo>
                  <a:lnTo>
                    <a:pt x="2515515" y="2063582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195846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45CEF27-422B-64F5-DF6F-400AAE732A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1" r="3231"/>
          <a:stretch/>
        </p:blipFill>
        <p:spPr>
          <a:xfrm>
            <a:off x="6096000" y="1843927"/>
            <a:ext cx="5993321" cy="31701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ACA331D-EA41-E05A-FE0E-B823ABA1F386}"/>
              </a:ext>
            </a:extLst>
          </p:cNvPr>
          <p:cNvSpPr txBox="1"/>
          <p:nvPr/>
        </p:nvSpPr>
        <p:spPr>
          <a:xfrm>
            <a:off x="1482801" y="2125526"/>
            <a:ext cx="39110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noProof="0" dirty="0">
                <a:solidFill>
                  <a:schemeClr val="bg1"/>
                </a:solidFill>
              </a:rPr>
              <a:t>La pagina de inicio de sesión cuenta con:</a:t>
            </a:r>
          </a:p>
          <a:p>
            <a:r>
              <a:rPr lang="es-MX" noProof="0" dirty="0">
                <a:solidFill>
                  <a:schemeClr val="bg1"/>
                </a:solidFill>
              </a:rPr>
              <a:t>Del lado izquierdo cuenta con un formulario para iniciar sesión con usuario y contraseña</a:t>
            </a:r>
          </a:p>
          <a:p>
            <a:r>
              <a:rPr lang="es-MX" noProof="0" dirty="0">
                <a:solidFill>
                  <a:schemeClr val="bg1"/>
                </a:solidFill>
              </a:rPr>
              <a:t>Cuenta con opciones para recuperar contraseña </a:t>
            </a:r>
          </a:p>
          <a:p>
            <a:r>
              <a:rPr lang="es-MX" noProof="0" dirty="0">
                <a:solidFill>
                  <a:schemeClr val="bg1"/>
                </a:solidFill>
              </a:rPr>
              <a:t>Del lado derecho, un slider con fotos del plantel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FA9FE7E-4F52-987C-6081-329E0AB7F1D7}"/>
              </a:ext>
            </a:extLst>
          </p:cNvPr>
          <p:cNvGrpSpPr/>
          <p:nvPr/>
        </p:nvGrpSpPr>
        <p:grpSpPr>
          <a:xfrm rot="10357571">
            <a:off x="-2759677" y="-2194372"/>
            <a:ext cx="4990758" cy="4814628"/>
            <a:chOff x="3193545" y="755695"/>
            <a:chExt cx="5631572" cy="5162331"/>
          </a:xfrm>
        </p:grpSpPr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42DB3D9D-2DD5-01B6-8521-32F4DE4AF0AF}"/>
                </a:ext>
              </a:extLst>
            </p:cNvPr>
            <p:cNvSpPr/>
            <p:nvPr/>
          </p:nvSpPr>
          <p:spPr>
            <a:xfrm rot="16200000">
              <a:off x="6252808" y="619749"/>
              <a:ext cx="2431751" cy="2703643"/>
            </a:xfrm>
            <a:custGeom>
              <a:avLst/>
              <a:gdLst>
                <a:gd name="csX0" fmla="*/ 2431751 w 2431751"/>
                <a:gd name="csY0" fmla="*/ 0 h 2703643"/>
                <a:gd name="csX1" fmla="*/ 2423380 w 2431751"/>
                <a:gd name="csY1" fmla="*/ 180735 h 2703643"/>
                <a:gd name="csX2" fmla="*/ 115004 w 2431751"/>
                <a:gd name="csY2" fmla="*/ 2697312 h 2703643"/>
                <a:gd name="csX3" fmla="*/ 0 w 2431751"/>
                <a:gd name="csY3" fmla="*/ 2703643 h 2703643"/>
                <a:gd name="csX4" fmla="*/ 0 w 2431751"/>
                <a:gd name="csY4" fmla="*/ 2058844 h 2703643"/>
                <a:gd name="csX5" fmla="*/ 49100 w 2431751"/>
                <a:gd name="csY5" fmla="*/ 2056067 h 2703643"/>
                <a:gd name="csX6" fmla="*/ 1782136 w 2431751"/>
                <a:gd name="csY6" fmla="*/ 114830 h 2703643"/>
                <a:gd name="csX7" fmla="*/ 1787313 w 2431751"/>
                <a:gd name="csY7" fmla="*/ 0 h 2703643"/>
                <a:gd name="csX8" fmla="*/ 2431751 w 2431751"/>
                <a:gd name="csY8" fmla="*/ 0 h 27036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431751" h="2703643">
                  <a:moveTo>
                    <a:pt x="2431751" y="0"/>
                  </a:moveTo>
                  <a:lnTo>
                    <a:pt x="2423380" y="180735"/>
                  </a:lnTo>
                  <a:cubicBezTo>
                    <a:pt x="2299773" y="1507655"/>
                    <a:pt x="1332145" y="2562556"/>
                    <a:pt x="115004" y="2697312"/>
                  </a:cubicBezTo>
                  <a:lnTo>
                    <a:pt x="0" y="2703643"/>
                  </a:lnTo>
                  <a:lnTo>
                    <a:pt x="0" y="2058844"/>
                  </a:lnTo>
                  <a:lnTo>
                    <a:pt x="49100" y="2056067"/>
                  </a:lnTo>
                  <a:cubicBezTo>
                    <a:pt x="962881" y="1952119"/>
                    <a:pt x="1689336" y="1138389"/>
                    <a:pt x="1782136" y="114830"/>
                  </a:cubicBezTo>
                  <a:lnTo>
                    <a:pt x="1787313" y="0"/>
                  </a:lnTo>
                  <a:lnTo>
                    <a:pt x="2431751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MX" noProof="0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96CADDB5-BC96-96C7-A7EB-D2851047E65A}"/>
                </a:ext>
              </a:extLst>
            </p:cNvPr>
            <p:cNvSpPr/>
            <p:nvPr/>
          </p:nvSpPr>
          <p:spPr>
            <a:xfrm rot="16200000">
              <a:off x="3334100" y="619750"/>
              <a:ext cx="2431751" cy="2703641"/>
            </a:xfrm>
            <a:custGeom>
              <a:avLst/>
              <a:gdLst>
                <a:gd name="csX0" fmla="*/ 2431751 w 2431751"/>
                <a:gd name="csY0" fmla="*/ 2703641 h 2703641"/>
                <a:gd name="csX1" fmla="*/ 1787313 w 2431751"/>
                <a:gd name="csY1" fmla="*/ 2703641 h 2703641"/>
                <a:gd name="csX2" fmla="*/ 1782136 w 2431751"/>
                <a:gd name="csY2" fmla="*/ 2588811 h 2703641"/>
                <a:gd name="csX3" fmla="*/ 49100 w 2431751"/>
                <a:gd name="csY3" fmla="*/ 647574 h 2703641"/>
                <a:gd name="csX4" fmla="*/ 0 w 2431751"/>
                <a:gd name="csY4" fmla="*/ 644797 h 2703641"/>
                <a:gd name="csX5" fmla="*/ 0 w 2431751"/>
                <a:gd name="csY5" fmla="*/ 0 h 2703641"/>
                <a:gd name="csX6" fmla="*/ 115004 w 2431751"/>
                <a:gd name="csY6" fmla="*/ 6331 h 2703641"/>
                <a:gd name="csX7" fmla="*/ 2423380 w 2431751"/>
                <a:gd name="csY7" fmla="*/ 2522908 h 2703641"/>
                <a:gd name="csX8" fmla="*/ 2431751 w 2431751"/>
                <a:gd name="csY8" fmla="*/ 2703641 h 2703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431751" h="2703641">
                  <a:moveTo>
                    <a:pt x="2431751" y="2703641"/>
                  </a:moveTo>
                  <a:lnTo>
                    <a:pt x="1787313" y="2703641"/>
                  </a:lnTo>
                  <a:lnTo>
                    <a:pt x="1782136" y="2588811"/>
                  </a:lnTo>
                  <a:cubicBezTo>
                    <a:pt x="1689336" y="1565252"/>
                    <a:pt x="962881" y="751523"/>
                    <a:pt x="49100" y="647574"/>
                  </a:cubicBezTo>
                  <a:lnTo>
                    <a:pt x="0" y="644797"/>
                  </a:lnTo>
                  <a:lnTo>
                    <a:pt x="0" y="0"/>
                  </a:lnTo>
                  <a:lnTo>
                    <a:pt x="115004" y="6331"/>
                  </a:lnTo>
                  <a:cubicBezTo>
                    <a:pt x="1332146" y="141087"/>
                    <a:pt x="2299773" y="1195988"/>
                    <a:pt x="2423380" y="2522908"/>
                  </a:cubicBezTo>
                  <a:lnTo>
                    <a:pt x="2431751" y="2703641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MX" noProof="0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96D4BAE9-9B5D-3AB3-685E-16531B98678A}"/>
                </a:ext>
              </a:extLst>
            </p:cNvPr>
            <p:cNvSpPr/>
            <p:nvPr/>
          </p:nvSpPr>
          <p:spPr>
            <a:xfrm rot="16200000">
              <a:off x="3289913" y="3306143"/>
              <a:ext cx="2515515" cy="2708252"/>
            </a:xfrm>
            <a:custGeom>
              <a:avLst/>
              <a:gdLst>
                <a:gd name="csX0" fmla="*/ 2515515 w 2515515"/>
                <a:gd name="csY0" fmla="*/ 0 h 2708252"/>
                <a:gd name="csX1" fmla="*/ 2515515 w 2515515"/>
                <a:gd name="csY1" fmla="*/ 644670 h 2708252"/>
                <a:gd name="csX2" fmla="*/ 2382651 w 2515515"/>
                <a:gd name="csY2" fmla="*/ 652185 h 2708252"/>
                <a:gd name="csX3" fmla="*/ 649615 w 2515515"/>
                <a:gd name="csY3" fmla="*/ 2593422 h 2708252"/>
                <a:gd name="csX4" fmla="*/ 644439 w 2515515"/>
                <a:gd name="csY4" fmla="*/ 2708252 h 2708252"/>
                <a:gd name="csX5" fmla="*/ 0 w 2515515"/>
                <a:gd name="csY5" fmla="*/ 2708252 h 2708252"/>
                <a:gd name="csX6" fmla="*/ 8371 w 2515515"/>
                <a:gd name="csY6" fmla="*/ 2527519 h 2708252"/>
                <a:gd name="csX7" fmla="*/ 2316747 w 2515515"/>
                <a:gd name="csY7" fmla="*/ 10942 h 2708252"/>
                <a:gd name="csX8" fmla="*/ 2515515 w 2515515"/>
                <a:gd name="csY8" fmla="*/ 0 h 27082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15515" h="2708252">
                  <a:moveTo>
                    <a:pt x="2515515" y="0"/>
                  </a:moveTo>
                  <a:lnTo>
                    <a:pt x="2515515" y="644670"/>
                  </a:lnTo>
                  <a:lnTo>
                    <a:pt x="2382651" y="652185"/>
                  </a:lnTo>
                  <a:cubicBezTo>
                    <a:pt x="1468871" y="756133"/>
                    <a:pt x="742415" y="1569863"/>
                    <a:pt x="649615" y="2593422"/>
                  </a:cubicBezTo>
                  <a:lnTo>
                    <a:pt x="644439" y="2708252"/>
                  </a:lnTo>
                  <a:lnTo>
                    <a:pt x="0" y="2708252"/>
                  </a:lnTo>
                  <a:lnTo>
                    <a:pt x="8371" y="2527519"/>
                  </a:lnTo>
                  <a:cubicBezTo>
                    <a:pt x="131979" y="1200599"/>
                    <a:pt x="1099606" y="145698"/>
                    <a:pt x="2316747" y="10942"/>
                  </a:cubicBezTo>
                  <a:lnTo>
                    <a:pt x="2515515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MX" noProof="0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01B8D2C7-D10B-542C-57E0-A2BAA4E5871B}"/>
                </a:ext>
              </a:extLst>
            </p:cNvPr>
            <p:cNvSpPr/>
            <p:nvPr/>
          </p:nvSpPr>
          <p:spPr>
            <a:xfrm rot="16200000">
              <a:off x="6213232" y="3306142"/>
              <a:ext cx="2515515" cy="2708254"/>
            </a:xfrm>
            <a:custGeom>
              <a:avLst/>
              <a:gdLst>
                <a:gd name="csX0" fmla="*/ 2515515 w 2515515"/>
                <a:gd name="csY0" fmla="*/ 2063582 h 2708254"/>
                <a:gd name="csX1" fmla="*/ 2515515 w 2515515"/>
                <a:gd name="csY1" fmla="*/ 2708254 h 2708254"/>
                <a:gd name="csX2" fmla="*/ 2316747 w 2515515"/>
                <a:gd name="csY2" fmla="*/ 2697312 h 2708254"/>
                <a:gd name="csX3" fmla="*/ 8371 w 2515515"/>
                <a:gd name="csY3" fmla="*/ 180735 h 2708254"/>
                <a:gd name="csX4" fmla="*/ 0 w 2515515"/>
                <a:gd name="csY4" fmla="*/ 0 h 2708254"/>
                <a:gd name="csX5" fmla="*/ 644439 w 2515515"/>
                <a:gd name="csY5" fmla="*/ 0 h 2708254"/>
                <a:gd name="csX6" fmla="*/ 649615 w 2515515"/>
                <a:gd name="csY6" fmla="*/ 114830 h 2708254"/>
                <a:gd name="csX7" fmla="*/ 2382651 w 2515515"/>
                <a:gd name="csY7" fmla="*/ 2056067 h 2708254"/>
                <a:gd name="csX8" fmla="*/ 2515515 w 2515515"/>
                <a:gd name="csY8" fmla="*/ 2063582 h 27082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15515" h="2708254">
                  <a:moveTo>
                    <a:pt x="2515515" y="2063582"/>
                  </a:moveTo>
                  <a:lnTo>
                    <a:pt x="2515515" y="2708254"/>
                  </a:lnTo>
                  <a:lnTo>
                    <a:pt x="2316747" y="2697312"/>
                  </a:lnTo>
                  <a:cubicBezTo>
                    <a:pt x="1099605" y="2562556"/>
                    <a:pt x="131978" y="1507655"/>
                    <a:pt x="8371" y="180735"/>
                  </a:cubicBezTo>
                  <a:lnTo>
                    <a:pt x="0" y="0"/>
                  </a:lnTo>
                  <a:lnTo>
                    <a:pt x="644439" y="0"/>
                  </a:lnTo>
                  <a:lnTo>
                    <a:pt x="649615" y="114830"/>
                  </a:lnTo>
                  <a:cubicBezTo>
                    <a:pt x="742415" y="1138389"/>
                    <a:pt x="1468870" y="1952119"/>
                    <a:pt x="2382651" y="2056067"/>
                  </a:cubicBezTo>
                  <a:lnTo>
                    <a:pt x="2515515" y="2063582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MX" noProof="0" dirty="0"/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903858D7-177D-365A-C281-6894C2C6B4B5}"/>
              </a:ext>
            </a:extLst>
          </p:cNvPr>
          <p:cNvGrpSpPr/>
          <p:nvPr/>
        </p:nvGrpSpPr>
        <p:grpSpPr>
          <a:xfrm>
            <a:off x="6633029" y="472483"/>
            <a:ext cx="10537371" cy="1143287"/>
            <a:chOff x="6480629" y="550483"/>
            <a:chExt cx="10537371" cy="1143287"/>
          </a:xfrm>
        </p:grpSpPr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A0EC82D6-A456-F2F9-EE92-9C2A4B0C735E}"/>
                </a:ext>
              </a:extLst>
            </p:cNvPr>
            <p:cNvSpPr txBox="1"/>
            <p:nvPr/>
          </p:nvSpPr>
          <p:spPr>
            <a:xfrm>
              <a:off x="8820690" y="550483"/>
              <a:ext cx="81973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err="1">
                  <a:solidFill>
                    <a:schemeClr val="bg1"/>
                  </a:solidFill>
                </a:rPr>
                <a:t>Inicio</a:t>
              </a:r>
              <a:r>
                <a:rPr lang="en-US" sz="3200" b="1" dirty="0">
                  <a:solidFill>
                    <a:schemeClr val="bg1"/>
                  </a:solidFill>
                </a:rPr>
                <a:t> </a:t>
              </a:r>
              <a:r>
                <a:rPr lang="en-US" sz="3200" b="1" noProof="0" dirty="0">
                  <a:solidFill>
                    <a:schemeClr val="bg1"/>
                  </a:solidFill>
                </a:rPr>
                <a:t>de </a:t>
              </a:r>
              <a:r>
                <a:rPr lang="en-US" sz="3200" b="1" dirty="0">
                  <a:solidFill>
                    <a:schemeClr val="bg1"/>
                  </a:solidFill>
                </a:rPr>
                <a:t>Sesi</a:t>
              </a:r>
              <a:r>
                <a:rPr lang="es-MX" sz="3200" b="1" dirty="0" err="1">
                  <a:solidFill>
                    <a:schemeClr val="bg1"/>
                  </a:solidFill>
                </a:rPr>
                <a:t>ó</a:t>
              </a:r>
              <a:r>
                <a:rPr lang="en-US" sz="3200" b="1" dirty="0">
                  <a:solidFill>
                    <a:schemeClr val="bg1"/>
                  </a:solidFill>
                </a:rPr>
                <a:t>n</a:t>
              </a:r>
              <a:endParaRPr lang="es-MX" sz="3200" b="1" noProof="0" dirty="0">
                <a:solidFill>
                  <a:schemeClr val="bg1"/>
                </a:solidFill>
              </a:endParaRPr>
            </a:p>
          </p:txBody>
        </p:sp>
        <p:sp>
          <p:nvSpPr>
            <p:cNvPr id="24" name="Signo menos 23">
              <a:extLst>
                <a:ext uri="{FF2B5EF4-FFF2-40B4-BE49-F238E27FC236}">
                  <a16:creationId xmlns:a16="http://schemas.microsoft.com/office/drawing/2014/main" id="{5BE440BD-55AA-C78A-9B03-A99CC44DF0A8}"/>
                </a:ext>
              </a:extLst>
            </p:cNvPr>
            <p:cNvSpPr/>
            <p:nvPr/>
          </p:nvSpPr>
          <p:spPr>
            <a:xfrm>
              <a:off x="6480629" y="842870"/>
              <a:ext cx="6498771" cy="850900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7386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8ADAF69-31B7-105E-09CB-8CADD4F27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1" r="3231"/>
          <a:stretch/>
        </p:blipFill>
        <p:spPr>
          <a:xfrm>
            <a:off x="347899" y="269127"/>
            <a:ext cx="11496201" cy="60808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35144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E5DF2-B035-B81D-3A3D-1D62426E8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E88C7D45-ACD6-985E-C7BA-4B68D141ABB2}"/>
              </a:ext>
            </a:extLst>
          </p:cNvPr>
          <p:cNvGrpSpPr/>
          <p:nvPr/>
        </p:nvGrpSpPr>
        <p:grpSpPr>
          <a:xfrm rot="5400000">
            <a:off x="-2293403" y="-2243669"/>
            <a:ext cx="4586807" cy="4814628"/>
            <a:chOff x="3193545" y="755695"/>
            <a:chExt cx="5631572" cy="5162331"/>
          </a:xfrm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05FBB31A-B525-3A28-C07F-3328755CE696}"/>
                </a:ext>
              </a:extLst>
            </p:cNvPr>
            <p:cNvSpPr/>
            <p:nvPr/>
          </p:nvSpPr>
          <p:spPr>
            <a:xfrm rot="16200000">
              <a:off x="6252808" y="619749"/>
              <a:ext cx="2431751" cy="2703643"/>
            </a:xfrm>
            <a:custGeom>
              <a:avLst/>
              <a:gdLst>
                <a:gd name="csX0" fmla="*/ 2431751 w 2431751"/>
                <a:gd name="csY0" fmla="*/ 0 h 2703643"/>
                <a:gd name="csX1" fmla="*/ 2423380 w 2431751"/>
                <a:gd name="csY1" fmla="*/ 180735 h 2703643"/>
                <a:gd name="csX2" fmla="*/ 115004 w 2431751"/>
                <a:gd name="csY2" fmla="*/ 2697312 h 2703643"/>
                <a:gd name="csX3" fmla="*/ 0 w 2431751"/>
                <a:gd name="csY3" fmla="*/ 2703643 h 2703643"/>
                <a:gd name="csX4" fmla="*/ 0 w 2431751"/>
                <a:gd name="csY4" fmla="*/ 2058844 h 2703643"/>
                <a:gd name="csX5" fmla="*/ 49100 w 2431751"/>
                <a:gd name="csY5" fmla="*/ 2056067 h 2703643"/>
                <a:gd name="csX6" fmla="*/ 1782136 w 2431751"/>
                <a:gd name="csY6" fmla="*/ 114830 h 2703643"/>
                <a:gd name="csX7" fmla="*/ 1787313 w 2431751"/>
                <a:gd name="csY7" fmla="*/ 0 h 2703643"/>
                <a:gd name="csX8" fmla="*/ 2431751 w 2431751"/>
                <a:gd name="csY8" fmla="*/ 0 h 27036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431751" h="2703643">
                  <a:moveTo>
                    <a:pt x="2431751" y="0"/>
                  </a:moveTo>
                  <a:lnTo>
                    <a:pt x="2423380" y="180735"/>
                  </a:lnTo>
                  <a:cubicBezTo>
                    <a:pt x="2299773" y="1507655"/>
                    <a:pt x="1332145" y="2562556"/>
                    <a:pt x="115004" y="2697312"/>
                  </a:cubicBezTo>
                  <a:lnTo>
                    <a:pt x="0" y="2703643"/>
                  </a:lnTo>
                  <a:lnTo>
                    <a:pt x="0" y="2058844"/>
                  </a:lnTo>
                  <a:lnTo>
                    <a:pt x="49100" y="2056067"/>
                  </a:lnTo>
                  <a:cubicBezTo>
                    <a:pt x="962881" y="1952119"/>
                    <a:pt x="1689336" y="1138389"/>
                    <a:pt x="1782136" y="114830"/>
                  </a:cubicBezTo>
                  <a:lnTo>
                    <a:pt x="1787313" y="0"/>
                  </a:lnTo>
                  <a:lnTo>
                    <a:pt x="2431751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MX" noProof="0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4FEE24B7-BD4B-0A2B-E50C-92A11052ECEF}"/>
                </a:ext>
              </a:extLst>
            </p:cNvPr>
            <p:cNvSpPr/>
            <p:nvPr/>
          </p:nvSpPr>
          <p:spPr>
            <a:xfrm rot="16200000">
              <a:off x="3334100" y="619750"/>
              <a:ext cx="2431751" cy="2703641"/>
            </a:xfrm>
            <a:custGeom>
              <a:avLst/>
              <a:gdLst>
                <a:gd name="csX0" fmla="*/ 2431751 w 2431751"/>
                <a:gd name="csY0" fmla="*/ 2703641 h 2703641"/>
                <a:gd name="csX1" fmla="*/ 1787313 w 2431751"/>
                <a:gd name="csY1" fmla="*/ 2703641 h 2703641"/>
                <a:gd name="csX2" fmla="*/ 1782136 w 2431751"/>
                <a:gd name="csY2" fmla="*/ 2588811 h 2703641"/>
                <a:gd name="csX3" fmla="*/ 49100 w 2431751"/>
                <a:gd name="csY3" fmla="*/ 647574 h 2703641"/>
                <a:gd name="csX4" fmla="*/ 0 w 2431751"/>
                <a:gd name="csY4" fmla="*/ 644797 h 2703641"/>
                <a:gd name="csX5" fmla="*/ 0 w 2431751"/>
                <a:gd name="csY5" fmla="*/ 0 h 2703641"/>
                <a:gd name="csX6" fmla="*/ 115004 w 2431751"/>
                <a:gd name="csY6" fmla="*/ 6331 h 2703641"/>
                <a:gd name="csX7" fmla="*/ 2423380 w 2431751"/>
                <a:gd name="csY7" fmla="*/ 2522908 h 2703641"/>
                <a:gd name="csX8" fmla="*/ 2431751 w 2431751"/>
                <a:gd name="csY8" fmla="*/ 2703641 h 2703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431751" h="2703641">
                  <a:moveTo>
                    <a:pt x="2431751" y="2703641"/>
                  </a:moveTo>
                  <a:lnTo>
                    <a:pt x="1787313" y="2703641"/>
                  </a:lnTo>
                  <a:lnTo>
                    <a:pt x="1782136" y="2588811"/>
                  </a:lnTo>
                  <a:cubicBezTo>
                    <a:pt x="1689336" y="1565252"/>
                    <a:pt x="962881" y="751523"/>
                    <a:pt x="49100" y="647574"/>
                  </a:cubicBezTo>
                  <a:lnTo>
                    <a:pt x="0" y="644797"/>
                  </a:lnTo>
                  <a:lnTo>
                    <a:pt x="0" y="0"/>
                  </a:lnTo>
                  <a:lnTo>
                    <a:pt x="115004" y="6331"/>
                  </a:lnTo>
                  <a:cubicBezTo>
                    <a:pt x="1332146" y="141087"/>
                    <a:pt x="2299773" y="1195988"/>
                    <a:pt x="2423380" y="2522908"/>
                  </a:cubicBezTo>
                  <a:lnTo>
                    <a:pt x="2431751" y="2703641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MX" noProof="0" dirty="0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1B783F74-6088-1085-09F9-6CD9D9CB1590}"/>
                </a:ext>
              </a:extLst>
            </p:cNvPr>
            <p:cNvSpPr/>
            <p:nvPr/>
          </p:nvSpPr>
          <p:spPr>
            <a:xfrm rot="16200000">
              <a:off x="3289913" y="3306143"/>
              <a:ext cx="2515515" cy="2708252"/>
            </a:xfrm>
            <a:custGeom>
              <a:avLst/>
              <a:gdLst>
                <a:gd name="csX0" fmla="*/ 2515515 w 2515515"/>
                <a:gd name="csY0" fmla="*/ 0 h 2708252"/>
                <a:gd name="csX1" fmla="*/ 2515515 w 2515515"/>
                <a:gd name="csY1" fmla="*/ 644670 h 2708252"/>
                <a:gd name="csX2" fmla="*/ 2382651 w 2515515"/>
                <a:gd name="csY2" fmla="*/ 652185 h 2708252"/>
                <a:gd name="csX3" fmla="*/ 649615 w 2515515"/>
                <a:gd name="csY3" fmla="*/ 2593422 h 2708252"/>
                <a:gd name="csX4" fmla="*/ 644439 w 2515515"/>
                <a:gd name="csY4" fmla="*/ 2708252 h 2708252"/>
                <a:gd name="csX5" fmla="*/ 0 w 2515515"/>
                <a:gd name="csY5" fmla="*/ 2708252 h 2708252"/>
                <a:gd name="csX6" fmla="*/ 8371 w 2515515"/>
                <a:gd name="csY6" fmla="*/ 2527519 h 2708252"/>
                <a:gd name="csX7" fmla="*/ 2316747 w 2515515"/>
                <a:gd name="csY7" fmla="*/ 10942 h 2708252"/>
                <a:gd name="csX8" fmla="*/ 2515515 w 2515515"/>
                <a:gd name="csY8" fmla="*/ 0 h 27082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15515" h="2708252">
                  <a:moveTo>
                    <a:pt x="2515515" y="0"/>
                  </a:moveTo>
                  <a:lnTo>
                    <a:pt x="2515515" y="644670"/>
                  </a:lnTo>
                  <a:lnTo>
                    <a:pt x="2382651" y="652185"/>
                  </a:lnTo>
                  <a:cubicBezTo>
                    <a:pt x="1468871" y="756133"/>
                    <a:pt x="742415" y="1569863"/>
                    <a:pt x="649615" y="2593422"/>
                  </a:cubicBezTo>
                  <a:lnTo>
                    <a:pt x="644439" y="2708252"/>
                  </a:lnTo>
                  <a:lnTo>
                    <a:pt x="0" y="2708252"/>
                  </a:lnTo>
                  <a:lnTo>
                    <a:pt x="8371" y="2527519"/>
                  </a:lnTo>
                  <a:cubicBezTo>
                    <a:pt x="131979" y="1200599"/>
                    <a:pt x="1099606" y="145698"/>
                    <a:pt x="2316747" y="10942"/>
                  </a:cubicBezTo>
                  <a:lnTo>
                    <a:pt x="2515515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MX" noProof="0" dirty="0"/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1F426615-2249-A1EA-22D6-9BAAED5A947D}"/>
                </a:ext>
              </a:extLst>
            </p:cNvPr>
            <p:cNvSpPr/>
            <p:nvPr/>
          </p:nvSpPr>
          <p:spPr>
            <a:xfrm rot="16200000">
              <a:off x="6213232" y="3306142"/>
              <a:ext cx="2515515" cy="2708254"/>
            </a:xfrm>
            <a:custGeom>
              <a:avLst/>
              <a:gdLst>
                <a:gd name="csX0" fmla="*/ 2515515 w 2515515"/>
                <a:gd name="csY0" fmla="*/ 2063582 h 2708254"/>
                <a:gd name="csX1" fmla="*/ 2515515 w 2515515"/>
                <a:gd name="csY1" fmla="*/ 2708254 h 2708254"/>
                <a:gd name="csX2" fmla="*/ 2316747 w 2515515"/>
                <a:gd name="csY2" fmla="*/ 2697312 h 2708254"/>
                <a:gd name="csX3" fmla="*/ 8371 w 2515515"/>
                <a:gd name="csY3" fmla="*/ 180735 h 2708254"/>
                <a:gd name="csX4" fmla="*/ 0 w 2515515"/>
                <a:gd name="csY4" fmla="*/ 0 h 2708254"/>
                <a:gd name="csX5" fmla="*/ 644439 w 2515515"/>
                <a:gd name="csY5" fmla="*/ 0 h 2708254"/>
                <a:gd name="csX6" fmla="*/ 649615 w 2515515"/>
                <a:gd name="csY6" fmla="*/ 114830 h 2708254"/>
                <a:gd name="csX7" fmla="*/ 2382651 w 2515515"/>
                <a:gd name="csY7" fmla="*/ 2056067 h 2708254"/>
                <a:gd name="csX8" fmla="*/ 2515515 w 2515515"/>
                <a:gd name="csY8" fmla="*/ 2063582 h 27082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15515" h="2708254">
                  <a:moveTo>
                    <a:pt x="2515515" y="2063582"/>
                  </a:moveTo>
                  <a:lnTo>
                    <a:pt x="2515515" y="2708254"/>
                  </a:lnTo>
                  <a:lnTo>
                    <a:pt x="2316747" y="2697312"/>
                  </a:lnTo>
                  <a:cubicBezTo>
                    <a:pt x="1099605" y="2562556"/>
                    <a:pt x="131978" y="1507655"/>
                    <a:pt x="8371" y="180735"/>
                  </a:cubicBezTo>
                  <a:lnTo>
                    <a:pt x="0" y="0"/>
                  </a:lnTo>
                  <a:lnTo>
                    <a:pt x="644439" y="0"/>
                  </a:lnTo>
                  <a:lnTo>
                    <a:pt x="649615" y="114830"/>
                  </a:lnTo>
                  <a:cubicBezTo>
                    <a:pt x="742415" y="1138389"/>
                    <a:pt x="1468870" y="1952119"/>
                    <a:pt x="2382651" y="2056067"/>
                  </a:cubicBezTo>
                  <a:lnTo>
                    <a:pt x="2515515" y="2063582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MX" noProof="0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A4F4B5E2-C275-1273-7D9A-71AE3FD2E8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42000" y="2298848"/>
            <a:ext cx="6210649" cy="2889203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35D86C10-92B6-ABE0-5490-4357FDA4DD6C}"/>
              </a:ext>
            </a:extLst>
          </p:cNvPr>
          <p:cNvGrpSpPr/>
          <p:nvPr/>
        </p:nvGrpSpPr>
        <p:grpSpPr>
          <a:xfrm>
            <a:off x="6379029" y="497882"/>
            <a:ext cx="9650911" cy="1143288"/>
            <a:chOff x="6480629" y="550482"/>
            <a:chExt cx="9650911" cy="1143288"/>
          </a:xfrm>
        </p:grpSpPr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419E9726-2780-3F32-F9B2-6E070170D75A}"/>
                </a:ext>
              </a:extLst>
            </p:cNvPr>
            <p:cNvSpPr txBox="1"/>
            <p:nvPr/>
          </p:nvSpPr>
          <p:spPr>
            <a:xfrm>
              <a:off x="7934230" y="550482"/>
              <a:ext cx="81973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noProof="0" dirty="0" err="1">
                  <a:solidFill>
                    <a:schemeClr val="bg1"/>
                  </a:solidFill>
                </a:rPr>
                <a:t>Asignacion</a:t>
              </a:r>
              <a:r>
                <a:rPr lang="en-US" sz="3200" b="1" noProof="0" dirty="0">
                  <a:solidFill>
                    <a:schemeClr val="bg1"/>
                  </a:solidFill>
                </a:rPr>
                <a:t> </a:t>
              </a:r>
              <a:r>
                <a:rPr lang="en-US" sz="3200" b="1" noProof="0" dirty="0" err="1">
                  <a:solidFill>
                    <a:schemeClr val="bg1"/>
                  </a:solidFill>
                </a:rPr>
                <a:t>deMaterias</a:t>
              </a:r>
              <a:endParaRPr lang="es-MX" sz="3200" b="1" noProof="0" dirty="0">
                <a:solidFill>
                  <a:schemeClr val="bg1"/>
                </a:solidFill>
              </a:endParaRPr>
            </a:p>
          </p:txBody>
        </p:sp>
        <p:sp>
          <p:nvSpPr>
            <p:cNvPr id="6" name="Signo menos 5">
              <a:extLst>
                <a:ext uri="{FF2B5EF4-FFF2-40B4-BE49-F238E27FC236}">
                  <a16:creationId xmlns:a16="http://schemas.microsoft.com/office/drawing/2014/main" id="{9B587D28-C3CD-2D27-5F0F-889BFF94E088}"/>
                </a:ext>
              </a:extLst>
            </p:cNvPr>
            <p:cNvSpPr/>
            <p:nvPr/>
          </p:nvSpPr>
          <p:spPr>
            <a:xfrm>
              <a:off x="6480629" y="842870"/>
              <a:ext cx="6714671" cy="850900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noProof="0" dirty="0"/>
            </a:p>
          </p:txBody>
        </p: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722A1C00-8FAD-FA8F-F959-A70EAF9F4868}"/>
              </a:ext>
            </a:extLst>
          </p:cNvPr>
          <p:cNvSpPr txBox="1"/>
          <p:nvPr/>
        </p:nvSpPr>
        <p:spPr>
          <a:xfrm>
            <a:off x="1395171" y="2298848"/>
            <a:ext cx="425548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chemeClr val="bg1"/>
                </a:solidFill>
              </a:rPr>
              <a:t>La </a:t>
            </a:r>
            <a:r>
              <a:rPr lang="en-US" b="1" noProof="0" dirty="0" err="1">
                <a:solidFill>
                  <a:schemeClr val="bg1"/>
                </a:solidFill>
              </a:rPr>
              <a:t>página</a:t>
            </a:r>
            <a:r>
              <a:rPr lang="en-US" b="1" noProof="0" dirty="0">
                <a:solidFill>
                  <a:schemeClr val="bg1"/>
                </a:solidFill>
              </a:rPr>
              <a:t> de </a:t>
            </a:r>
            <a:r>
              <a:rPr lang="en-US" b="1" dirty="0" err="1">
                <a:solidFill>
                  <a:schemeClr val="bg1"/>
                </a:solidFill>
              </a:rPr>
              <a:t>asignación</a:t>
            </a:r>
            <a:r>
              <a:rPr lang="en-US" b="1" noProof="0" dirty="0">
                <a:solidFill>
                  <a:schemeClr val="bg1"/>
                </a:solidFill>
              </a:rPr>
              <a:t> de </a:t>
            </a:r>
            <a:r>
              <a:rPr lang="en-US" b="1" noProof="0" dirty="0" err="1">
                <a:solidFill>
                  <a:schemeClr val="bg1"/>
                </a:solidFill>
              </a:rPr>
              <a:t>materias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cuenta</a:t>
            </a:r>
            <a:r>
              <a:rPr lang="en-US" b="1" dirty="0">
                <a:solidFill>
                  <a:schemeClr val="bg1"/>
                </a:solidFill>
              </a:rPr>
              <a:t> con:</a:t>
            </a:r>
          </a:p>
          <a:p>
            <a:r>
              <a:rPr lang="en-US" b="1" noProof="0" dirty="0">
                <a:solidFill>
                  <a:schemeClr val="bg1"/>
                </a:solidFill>
              </a:rPr>
              <a:t>U</a:t>
            </a:r>
            <a:r>
              <a:rPr lang="en-US" b="1" dirty="0" err="1">
                <a:solidFill>
                  <a:schemeClr val="bg1"/>
                </a:solidFill>
              </a:rPr>
              <a:t>na</a:t>
            </a:r>
            <a:r>
              <a:rPr lang="en-US" b="1" dirty="0">
                <a:solidFill>
                  <a:schemeClr val="bg1"/>
                </a:solidFill>
              </a:rPr>
              <a:t> barra lateral al </a:t>
            </a:r>
            <a:r>
              <a:rPr lang="en-US" b="1" dirty="0" err="1">
                <a:solidFill>
                  <a:schemeClr val="bg1"/>
                </a:solidFill>
              </a:rPr>
              <a:t>lado</a:t>
            </a:r>
            <a:r>
              <a:rPr lang="en-US" b="1" dirty="0">
                <a:solidFill>
                  <a:schemeClr val="bg1"/>
                </a:solidFill>
              </a:rPr>
              <a:t> Izquierdo para la </a:t>
            </a:r>
            <a:r>
              <a:rPr lang="en-US" b="1" dirty="0" err="1">
                <a:solidFill>
                  <a:schemeClr val="bg1"/>
                </a:solidFill>
              </a:rPr>
              <a:t>navegacion</a:t>
            </a:r>
            <a:r>
              <a:rPr lang="en-US" b="1" dirty="0">
                <a:solidFill>
                  <a:schemeClr val="bg1"/>
                </a:solidFill>
              </a:rPr>
              <a:t> entre las </a:t>
            </a:r>
            <a:r>
              <a:rPr lang="en-US" b="1" dirty="0" err="1">
                <a:solidFill>
                  <a:schemeClr val="bg1"/>
                </a:solidFill>
              </a:rPr>
              <a:t>distintas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paginas</a:t>
            </a:r>
            <a:r>
              <a:rPr lang="en-US" b="1" dirty="0">
                <a:solidFill>
                  <a:schemeClr val="bg1"/>
                </a:solidFill>
              </a:rPr>
              <a:t> del portal, un header </a:t>
            </a:r>
            <a:r>
              <a:rPr lang="en-US" b="1" dirty="0" err="1">
                <a:solidFill>
                  <a:schemeClr val="bg1"/>
                </a:solidFill>
              </a:rPr>
              <a:t>en</a:t>
            </a:r>
            <a:r>
              <a:rPr lang="en-US" b="1" dirty="0">
                <a:solidFill>
                  <a:schemeClr val="bg1"/>
                </a:solidFill>
              </a:rPr>
              <a:t> el </a:t>
            </a:r>
            <a:r>
              <a:rPr lang="en-US" b="1" dirty="0" err="1">
                <a:solidFill>
                  <a:schemeClr val="bg1"/>
                </a:solidFill>
              </a:rPr>
              <a:t>cual</a:t>
            </a:r>
            <a:r>
              <a:rPr lang="en-US" b="1" dirty="0">
                <a:solidFill>
                  <a:schemeClr val="bg1"/>
                </a:solidFill>
              </a:rPr>
              <a:t> se </a:t>
            </a:r>
            <a:r>
              <a:rPr lang="en-US" b="1" dirty="0" err="1">
                <a:solidFill>
                  <a:schemeClr val="bg1"/>
                </a:solidFill>
              </a:rPr>
              <a:t>muestra</a:t>
            </a:r>
            <a:r>
              <a:rPr lang="en-US" b="1" dirty="0">
                <a:solidFill>
                  <a:schemeClr val="bg1"/>
                </a:solidFill>
              </a:rPr>
              <a:t> el </a:t>
            </a:r>
            <a:r>
              <a:rPr lang="en-US" b="1" dirty="0" err="1">
                <a:solidFill>
                  <a:schemeClr val="bg1"/>
                </a:solidFill>
              </a:rPr>
              <a:t>nombre</a:t>
            </a:r>
            <a:r>
              <a:rPr lang="en-US" b="1" dirty="0">
                <a:solidFill>
                  <a:schemeClr val="bg1"/>
                </a:solidFill>
              </a:rPr>
              <a:t> de la pagina </a:t>
            </a:r>
            <a:r>
              <a:rPr lang="en-US" b="1" dirty="0" err="1">
                <a:solidFill>
                  <a:schemeClr val="bg1"/>
                </a:solidFill>
              </a:rPr>
              <a:t>en</a:t>
            </a:r>
            <a:r>
              <a:rPr lang="en-US" b="1" dirty="0">
                <a:solidFill>
                  <a:schemeClr val="bg1"/>
                </a:solidFill>
              </a:rPr>
              <a:t> la </a:t>
            </a:r>
            <a:r>
              <a:rPr lang="en-US" b="1" dirty="0" err="1">
                <a:solidFill>
                  <a:schemeClr val="bg1"/>
                </a:solidFill>
              </a:rPr>
              <a:t>que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estamos</a:t>
            </a:r>
            <a:r>
              <a:rPr lang="en-US" b="1" dirty="0">
                <a:solidFill>
                  <a:schemeClr val="bg1"/>
                </a:solidFill>
              </a:rPr>
              <a:t> y el logo de la Universidad </a:t>
            </a:r>
            <a:r>
              <a:rPr lang="en-US" b="1" dirty="0" err="1">
                <a:solidFill>
                  <a:schemeClr val="bg1"/>
                </a:solidFill>
              </a:rPr>
              <a:t>en</a:t>
            </a:r>
            <a:r>
              <a:rPr lang="en-US" b="1" dirty="0">
                <a:solidFill>
                  <a:schemeClr val="bg1"/>
                </a:solidFill>
              </a:rPr>
              <a:t> el </a:t>
            </a:r>
            <a:r>
              <a:rPr lang="en-US" b="1" dirty="0" err="1">
                <a:solidFill>
                  <a:schemeClr val="bg1"/>
                </a:solidFill>
              </a:rPr>
              <a:t>lado</a:t>
            </a:r>
            <a:r>
              <a:rPr lang="en-US" b="1" dirty="0">
                <a:solidFill>
                  <a:schemeClr val="bg1"/>
                </a:solidFill>
              </a:rPr>
              <a:t> Izquierdo.</a:t>
            </a:r>
          </a:p>
          <a:p>
            <a:r>
              <a:rPr lang="en-US" b="1" dirty="0">
                <a:solidFill>
                  <a:schemeClr val="bg1"/>
                </a:solidFill>
              </a:rPr>
              <a:t>En </a:t>
            </a:r>
            <a:r>
              <a:rPr lang="en-US" b="1" dirty="0" err="1">
                <a:solidFill>
                  <a:schemeClr val="bg1"/>
                </a:solidFill>
              </a:rPr>
              <a:t>esta</a:t>
            </a:r>
            <a:r>
              <a:rPr lang="en-US" b="1" dirty="0">
                <a:solidFill>
                  <a:schemeClr val="bg1"/>
                </a:solidFill>
              </a:rPr>
              <a:t> pagina se </a:t>
            </a:r>
            <a:r>
              <a:rPr lang="en-US" b="1" dirty="0" err="1">
                <a:solidFill>
                  <a:schemeClr val="bg1"/>
                </a:solidFill>
              </a:rPr>
              <a:t>asignan</a:t>
            </a:r>
            <a:r>
              <a:rPr lang="en-US" b="1" dirty="0">
                <a:solidFill>
                  <a:schemeClr val="bg1"/>
                </a:solidFill>
              </a:rPr>
              <a:t> las </a:t>
            </a:r>
            <a:r>
              <a:rPr lang="en-US" b="1" dirty="0" err="1">
                <a:solidFill>
                  <a:schemeClr val="bg1"/>
                </a:solidFill>
              </a:rPr>
              <a:t>materias</a:t>
            </a:r>
            <a:r>
              <a:rPr lang="en-US" b="1" dirty="0">
                <a:solidFill>
                  <a:schemeClr val="bg1"/>
                </a:solidFill>
              </a:rPr>
              <a:t> a </a:t>
            </a:r>
            <a:r>
              <a:rPr lang="en-US" b="1" dirty="0" err="1">
                <a:solidFill>
                  <a:schemeClr val="bg1"/>
                </a:solidFill>
              </a:rPr>
              <a:t>los</a:t>
            </a:r>
            <a:r>
              <a:rPr lang="en-US" b="1" dirty="0">
                <a:solidFill>
                  <a:schemeClr val="bg1"/>
                </a:solidFill>
              </a:rPr>
              <a:t> maestros.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261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56D9129-FEF9-F77B-DEC3-3DEF30031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4969" y="360231"/>
            <a:ext cx="11413552" cy="53096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30105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F2D1CDF2-A6E7-1731-3AD1-ACF0F9BBAEB8}"/>
              </a:ext>
            </a:extLst>
          </p:cNvPr>
          <p:cNvGrpSpPr/>
          <p:nvPr/>
        </p:nvGrpSpPr>
        <p:grpSpPr>
          <a:xfrm rot="5400000">
            <a:off x="-2293403" y="-2243669"/>
            <a:ext cx="4586807" cy="4814628"/>
            <a:chOff x="3193545" y="755695"/>
            <a:chExt cx="5631572" cy="5162331"/>
          </a:xfrm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52348DF9-FA87-747F-7151-1BD8AF7BB997}"/>
                </a:ext>
              </a:extLst>
            </p:cNvPr>
            <p:cNvSpPr/>
            <p:nvPr/>
          </p:nvSpPr>
          <p:spPr>
            <a:xfrm rot="16200000">
              <a:off x="6252808" y="619749"/>
              <a:ext cx="2431751" cy="2703643"/>
            </a:xfrm>
            <a:custGeom>
              <a:avLst/>
              <a:gdLst>
                <a:gd name="csX0" fmla="*/ 2431751 w 2431751"/>
                <a:gd name="csY0" fmla="*/ 0 h 2703643"/>
                <a:gd name="csX1" fmla="*/ 2423380 w 2431751"/>
                <a:gd name="csY1" fmla="*/ 180735 h 2703643"/>
                <a:gd name="csX2" fmla="*/ 115004 w 2431751"/>
                <a:gd name="csY2" fmla="*/ 2697312 h 2703643"/>
                <a:gd name="csX3" fmla="*/ 0 w 2431751"/>
                <a:gd name="csY3" fmla="*/ 2703643 h 2703643"/>
                <a:gd name="csX4" fmla="*/ 0 w 2431751"/>
                <a:gd name="csY4" fmla="*/ 2058844 h 2703643"/>
                <a:gd name="csX5" fmla="*/ 49100 w 2431751"/>
                <a:gd name="csY5" fmla="*/ 2056067 h 2703643"/>
                <a:gd name="csX6" fmla="*/ 1782136 w 2431751"/>
                <a:gd name="csY6" fmla="*/ 114830 h 2703643"/>
                <a:gd name="csX7" fmla="*/ 1787313 w 2431751"/>
                <a:gd name="csY7" fmla="*/ 0 h 2703643"/>
                <a:gd name="csX8" fmla="*/ 2431751 w 2431751"/>
                <a:gd name="csY8" fmla="*/ 0 h 27036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431751" h="2703643">
                  <a:moveTo>
                    <a:pt x="2431751" y="0"/>
                  </a:moveTo>
                  <a:lnTo>
                    <a:pt x="2423380" y="180735"/>
                  </a:lnTo>
                  <a:cubicBezTo>
                    <a:pt x="2299773" y="1507655"/>
                    <a:pt x="1332145" y="2562556"/>
                    <a:pt x="115004" y="2697312"/>
                  </a:cubicBezTo>
                  <a:lnTo>
                    <a:pt x="0" y="2703643"/>
                  </a:lnTo>
                  <a:lnTo>
                    <a:pt x="0" y="2058844"/>
                  </a:lnTo>
                  <a:lnTo>
                    <a:pt x="49100" y="2056067"/>
                  </a:lnTo>
                  <a:cubicBezTo>
                    <a:pt x="962881" y="1952119"/>
                    <a:pt x="1689336" y="1138389"/>
                    <a:pt x="1782136" y="114830"/>
                  </a:cubicBezTo>
                  <a:lnTo>
                    <a:pt x="1787313" y="0"/>
                  </a:lnTo>
                  <a:lnTo>
                    <a:pt x="2431751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MX" noProof="0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4838D5A1-A5F5-E595-C901-29F4B2086E77}"/>
                </a:ext>
              </a:extLst>
            </p:cNvPr>
            <p:cNvSpPr/>
            <p:nvPr/>
          </p:nvSpPr>
          <p:spPr>
            <a:xfrm rot="16200000">
              <a:off x="3334100" y="619750"/>
              <a:ext cx="2431751" cy="2703641"/>
            </a:xfrm>
            <a:custGeom>
              <a:avLst/>
              <a:gdLst>
                <a:gd name="csX0" fmla="*/ 2431751 w 2431751"/>
                <a:gd name="csY0" fmla="*/ 2703641 h 2703641"/>
                <a:gd name="csX1" fmla="*/ 1787313 w 2431751"/>
                <a:gd name="csY1" fmla="*/ 2703641 h 2703641"/>
                <a:gd name="csX2" fmla="*/ 1782136 w 2431751"/>
                <a:gd name="csY2" fmla="*/ 2588811 h 2703641"/>
                <a:gd name="csX3" fmla="*/ 49100 w 2431751"/>
                <a:gd name="csY3" fmla="*/ 647574 h 2703641"/>
                <a:gd name="csX4" fmla="*/ 0 w 2431751"/>
                <a:gd name="csY4" fmla="*/ 644797 h 2703641"/>
                <a:gd name="csX5" fmla="*/ 0 w 2431751"/>
                <a:gd name="csY5" fmla="*/ 0 h 2703641"/>
                <a:gd name="csX6" fmla="*/ 115004 w 2431751"/>
                <a:gd name="csY6" fmla="*/ 6331 h 2703641"/>
                <a:gd name="csX7" fmla="*/ 2423380 w 2431751"/>
                <a:gd name="csY7" fmla="*/ 2522908 h 2703641"/>
                <a:gd name="csX8" fmla="*/ 2431751 w 2431751"/>
                <a:gd name="csY8" fmla="*/ 2703641 h 2703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431751" h="2703641">
                  <a:moveTo>
                    <a:pt x="2431751" y="2703641"/>
                  </a:moveTo>
                  <a:lnTo>
                    <a:pt x="1787313" y="2703641"/>
                  </a:lnTo>
                  <a:lnTo>
                    <a:pt x="1782136" y="2588811"/>
                  </a:lnTo>
                  <a:cubicBezTo>
                    <a:pt x="1689336" y="1565252"/>
                    <a:pt x="962881" y="751523"/>
                    <a:pt x="49100" y="647574"/>
                  </a:cubicBezTo>
                  <a:lnTo>
                    <a:pt x="0" y="644797"/>
                  </a:lnTo>
                  <a:lnTo>
                    <a:pt x="0" y="0"/>
                  </a:lnTo>
                  <a:lnTo>
                    <a:pt x="115004" y="6331"/>
                  </a:lnTo>
                  <a:cubicBezTo>
                    <a:pt x="1332146" y="141087"/>
                    <a:pt x="2299773" y="1195988"/>
                    <a:pt x="2423380" y="2522908"/>
                  </a:cubicBezTo>
                  <a:lnTo>
                    <a:pt x="2431751" y="2703641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MX" noProof="0" dirty="0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29D20CA2-2459-692E-1E0F-17FAB4D91AC9}"/>
                </a:ext>
              </a:extLst>
            </p:cNvPr>
            <p:cNvSpPr/>
            <p:nvPr/>
          </p:nvSpPr>
          <p:spPr>
            <a:xfrm rot="16200000">
              <a:off x="3289913" y="3306143"/>
              <a:ext cx="2515515" cy="2708252"/>
            </a:xfrm>
            <a:custGeom>
              <a:avLst/>
              <a:gdLst>
                <a:gd name="csX0" fmla="*/ 2515515 w 2515515"/>
                <a:gd name="csY0" fmla="*/ 0 h 2708252"/>
                <a:gd name="csX1" fmla="*/ 2515515 w 2515515"/>
                <a:gd name="csY1" fmla="*/ 644670 h 2708252"/>
                <a:gd name="csX2" fmla="*/ 2382651 w 2515515"/>
                <a:gd name="csY2" fmla="*/ 652185 h 2708252"/>
                <a:gd name="csX3" fmla="*/ 649615 w 2515515"/>
                <a:gd name="csY3" fmla="*/ 2593422 h 2708252"/>
                <a:gd name="csX4" fmla="*/ 644439 w 2515515"/>
                <a:gd name="csY4" fmla="*/ 2708252 h 2708252"/>
                <a:gd name="csX5" fmla="*/ 0 w 2515515"/>
                <a:gd name="csY5" fmla="*/ 2708252 h 2708252"/>
                <a:gd name="csX6" fmla="*/ 8371 w 2515515"/>
                <a:gd name="csY6" fmla="*/ 2527519 h 2708252"/>
                <a:gd name="csX7" fmla="*/ 2316747 w 2515515"/>
                <a:gd name="csY7" fmla="*/ 10942 h 2708252"/>
                <a:gd name="csX8" fmla="*/ 2515515 w 2515515"/>
                <a:gd name="csY8" fmla="*/ 0 h 27082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15515" h="2708252">
                  <a:moveTo>
                    <a:pt x="2515515" y="0"/>
                  </a:moveTo>
                  <a:lnTo>
                    <a:pt x="2515515" y="644670"/>
                  </a:lnTo>
                  <a:lnTo>
                    <a:pt x="2382651" y="652185"/>
                  </a:lnTo>
                  <a:cubicBezTo>
                    <a:pt x="1468871" y="756133"/>
                    <a:pt x="742415" y="1569863"/>
                    <a:pt x="649615" y="2593422"/>
                  </a:cubicBezTo>
                  <a:lnTo>
                    <a:pt x="644439" y="2708252"/>
                  </a:lnTo>
                  <a:lnTo>
                    <a:pt x="0" y="2708252"/>
                  </a:lnTo>
                  <a:lnTo>
                    <a:pt x="8371" y="2527519"/>
                  </a:lnTo>
                  <a:cubicBezTo>
                    <a:pt x="131979" y="1200599"/>
                    <a:pt x="1099606" y="145698"/>
                    <a:pt x="2316747" y="10942"/>
                  </a:cubicBezTo>
                  <a:lnTo>
                    <a:pt x="2515515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MX" noProof="0" dirty="0"/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1076E72C-4D3F-BADC-F6A2-938C988FB5D4}"/>
                </a:ext>
              </a:extLst>
            </p:cNvPr>
            <p:cNvSpPr/>
            <p:nvPr/>
          </p:nvSpPr>
          <p:spPr>
            <a:xfrm rot="16200000">
              <a:off x="6213232" y="3306142"/>
              <a:ext cx="2515515" cy="2708254"/>
            </a:xfrm>
            <a:custGeom>
              <a:avLst/>
              <a:gdLst>
                <a:gd name="csX0" fmla="*/ 2515515 w 2515515"/>
                <a:gd name="csY0" fmla="*/ 2063582 h 2708254"/>
                <a:gd name="csX1" fmla="*/ 2515515 w 2515515"/>
                <a:gd name="csY1" fmla="*/ 2708254 h 2708254"/>
                <a:gd name="csX2" fmla="*/ 2316747 w 2515515"/>
                <a:gd name="csY2" fmla="*/ 2697312 h 2708254"/>
                <a:gd name="csX3" fmla="*/ 8371 w 2515515"/>
                <a:gd name="csY3" fmla="*/ 180735 h 2708254"/>
                <a:gd name="csX4" fmla="*/ 0 w 2515515"/>
                <a:gd name="csY4" fmla="*/ 0 h 2708254"/>
                <a:gd name="csX5" fmla="*/ 644439 w 2515515"/>
                <a:gd name="csY5" fmla="*/ 0 h 2708254"/>
                <a:gd name="csX6" fmla="*/ 649615 w 2515515"/>
                <a:gd name="csY6" fmla="*/ 114830 h 2708254"/>
                <a:gd name="csX7" fmla="*/ 2382651 w 2515515"/>
                <a:gd name="csY7" fmla="*/ 2056067 h 2708254"/>
                <a:gd name="csX8" fmla="*/ 2515515 w 2515515"/>
                <a:gd name="csY8" fmla="*/ 2063582 h 27082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15515" h="2708254">
                  <a:moveTo>
                    <a:pt x="2515515" y="2063582"/>
                  </a:moveTo>
                  <a:lnTo>
                    <a:pt x="2515515" y="2708254"/>
                  </a:lnTo>
                  <a:lnTo>
                    <a:pt x="2316747" y="2697312"/>
                  </a:lnTo>
                  <a:cubicBezTo>
                    <a:pt x="1099605" y="2562556"/>
                    <a:pt x="131978" y="1507655"/>
                    <a:pt x="8371" y="180735"/>
                  </a:cubicBezTo>
                  <a:lnTo>
                    <a:pt x="0" y="0"/>
                  </a:lnTo>
                  <a:lnTo>
                    <a:pt x="644439" y="0"/>
                  </a:lnTo>
                  <a:lnTo>
                    <a:pt x="649615" y="114830"/>
                  </a:lnTo>
                  <a:cubicBezTo>
                    <a:pt x="742415" y="1138389"/>
                    <a:pt x="1468870" y="1952119"/>
                    <a:pt x="2382651" y="2056067"/>
                  </a:cubicBezTo>
                  <a:lnTo>
                    <a:pt x="2515515" y="2063582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MX" noProof="0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DBEA1B8-A4B8-9FD2-49A9-9320F6F05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0" y="2070100"/>
            <a:ext cx="6210649" cy="3346700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4CDA9A3C-E827-C168-2103-A76AFC50E562}"/>
              </a:ext>
            </a:extLst>
          </p:cNvPr>
          <p:cNvGrpSpPr/>
          <p:nvPr/>
        </p:nvGrpSpPr>
        <p:grpSpPr>
          <a:xfrm>
            <a:off x="6379029" y="497882"/>
            <a:ext cx="10067471" cy="1143288"/>
            <a:chOff x="6480629" y="550482"/>
            <a:chExt cx="10067471" cy="1143288"/>
          </a:xfrm>
        </p:grpSpPr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6CBE37A4-CE5E-7CEA-E13E-5BB05EDDFE2E}"/>
                </a:ext>
              </a:extLst>
            </p:cNvPr>
            <p:cNvSpPr txBox="1"/>
            <p:nvPr/>
          </p:nvSpPr>
          <p:spPr>
            <a:xfrm>
              <a:off x="8350790" y="550482"/>
              <a:ext cx="81973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noProof="0" dirty="0">
                  <a:solidFill>
                    <a:schemeClr val="bg1"/>
                  </a:solidFill>
                </a:rPr>
                <a:t>Carga de Materias</a:t>
              </a:r>
              <a:endParaRPr lang="es-MX" sz="3200" b="1" noProof="0" dirty="0">
                <a:solidFill>
                  <a:schemeClr val="bg1"/>
                </a:solidFill>
              </a:endParaRPr>
            </a:p>
          </p:txBody>
        </p:sp>
        <p:sp>
          <p:nvSpPr>
            <p:cNvPr id="6" name="Signo menos 5">
              <a:extLst>
                <a:ext uri="{FF2B5EF4-FFF2-40B4-BE49-F238E27FC236}">
                  <a16:creationId xmlns:a16="http://schemas.microsoft.com/office/drawing/2014/main" id="{571F7FB1-CBB0-8FBA-64C9-BFA1053A61CB}"/>
                </a:ext>
              </a:extLst>
            </p:cNvPr>
            <p:cNvSpPr/>
            <p:nvPr/>
          </p:nvSpPr>
          <p:spPr>
            <a:xfrm>
              <a:off x="6480629" y="842870"/>
              <a:ext cx="6714671" cy="850900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noProof="0" dirty="0"/>
            </a:p>
          </p:txBody>
        </p: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5F9B59F0-9B76-1AE5-A7F8-27326BAC028A}"/>
              </a:ext>
            </a:extLst>
          </p:cNvPr>
          <p:cNvSpPr txBox="1"/>
          <p:nvPr/>
        </p:nvSpPr>
        <p:spPr>
          <a:xfrm>
            <a:off x="1476451" y="1915976"/>
            <a:ext cx="425548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chemeClr val="bg1"/>
                </a:solidFill>
              </a:rPr>
              <a:t>La pagina de carga de </a:t>
            </a:r>
            <a:r>
              <a:rPr lang="en-US" b="1" noProof="0" dirty="0" err="1">
                <a:solidFill>
                  <a:schemeClr val="bg1"/>
                </a:solidFill>
              </a:rPr>
              <a:t>materias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cuenta</a:t>
            </a:r>
            <a:r>
              <a:rPr lang="en-US" b="1" dirty="0">
                <a:solidFill>
                  <a:schemeClr val="bg1"/>
                </a:solidFill>
              </a:rPr>
              <a:t> con:</a:t>
            </a:r>
          </a:p>
          <a:p>
            <a:r>
              <a:rPr lang="en-US" b="1" noProof="0" dirty="0">
                <a:solidFill>
                  <a:schemeClr val="bg1"/>
                </a:solidFill>
              </a:rPr>
              <a:t>U</a:t>
            </a:r>
            <a:r>
              <a:rPr lang="en-US" b="1" dirty="0" err="1">
                <a:solidFill>
                  <a:schemeClr val="bg1"/>
                </a:solidFill>
              </a:rPr>
              <a:t>na</a:t>
            </a:r>
            <a:r>
              <a:rPr lang="en-US" b="1" dirty="0">
                <a:solidFill>
                  <a:schemeClr val="bg1"/>
                </a:solidFill>
              </a:rPr>
              <a:t> barra lateral al </a:t>
            </a:r>
            <a:r>
              <a:rPr lang="en-US" b="1" dirty="0" err="1">
                <a:solidFill>
                  <a:schemeClr val="bg1"/>
                </a:solidFill>
              </a:rPr>
              <a:t>lado</a:t>
            </a:r>
            <a:r>
              <a:rPr lang="en-US" b="1" dirty="0">
                <a:solidFill>
                  <a:schemeClr val="bg1"/>
                </a:solidFill>
              </a:rPr>
              <a:t> Izquierdo para la </a:t>
            </a:r>
            <a:r>
              <a:rPr lang="en-US" b="1" dirty="0" err="1">
                <a:solidFill>
                  <a:schemeClr val="bg1"/>
                </a:solidFill>
              </a:rPr>
              <a:t>navegacion</a:t>
            </a:r>
            <a:r>
              <a:rPr lang="en-US" b="1" dirty="0">
                <a:solidFill>
                  <a:schemeClr val="bg1"/>
                </a:solidFill>
              </a:rPr>
              <a:t> entre las </a:t>
            </a:r>
            <a:r>
              <a:rPr lang="en-US" b="1" dirty="0" err="1">
                <a:solidFill>
                  <a:schemeClr val="bg1"/>
                </a:solidFill>
              </a:rPr>
              <a:t>distintas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paginas</a:t>
            </a:r>
            <a:r>
              <a:rPr lang="en-US" b="1" dirty="0">
                <a:solidFill>
                  <a:schemeClr val="bg1"/>
                </a:solidFill>
              </a:rPr>
              <a:t> del portal, un header </a:t>
            </a:r>
            <a:r>
              <a:rPr lang="en-US" b="1" dirty="0" err="1">
                <a:solidFill>
                  <a:schemeClr val="bg1"/>
                </a:solidFill>
              </a:rPr>
              <a:t>en</a:t>
            </a:r>
            <a:r>
              <a:rPr lang="en-US" b="1" dirty="0">
                <a:solidFill>
                  <a:schemeClr val="bg1"/>
                </a:solidFill>
              </a:rPr>
              <a:t> el </a:t>
            </a:r>
            <a:r>
              <a:rPr lang="en-US" b="1" dirty="0" err="1">
                <a:solidFill>
                  <a:schemeClr val="bg1"/>
                </a:solidFill>
              </a:rPr>
              <a:t>cual</a:t>
            </a:r>
            <a:r>
              <a:rPr lang="en-US" b="1" dirty="0">
                <a:solidFill>
                  <a:schemeClr val="bg1"/>
                </a:solidFill>
              </a:rPr>
              <a:t> se </a:t>
            </a:r>
            <a:r>
              <a:rPr lang="en-US" b="1" dirty="0" err="1">
                <a:solidFill>
                  <a:schemeClr val="bg1"/>
                </a:solidFill>
              </a:rPr>
              <a:t>muestra</a:t>
            </a:r>
            <a:r>
              <a:rPr lang="en-US" b="1" dirty="0">
                <a:solidFill>
                  <a:schemeClr val="bg1"/>
                </a:solidFill>
              </a:rPr>
              <a:t> el </a:t>
            </a:r>
            <a:r>
              <a:rPr lang="en-US" b="1" dirty="0" err="1">
                <a:solidFill>
                  <a:schemeClr val="bg1"/>
                </a:solidFill>
              </a:rPr>
              <a:t>nombre</a:t>
            </a:r>
            <a:r>
              <a:rPr lang="en-US" b="1" dirty="0">
                <a:solidFill>
                  <a:schemeClr val="bg1"/>
                </a:solidFill>
              </a:rPr>
              <a:t> de la pagina </a:t>
            </a:r>
            <a:r>
              <a:rPr lang="en-US" b="1" dirty="0" err="1">
                <a:solidFill>
                  <a:schemeClr val="bg1"/>
                </a:solidFill>
              </a:rPr>
              <a:t>en</a:t>
            </a:r>
            <a:r>
              <a:rPr lang="en-US" b="1" dirty="0">
                <a:solidFill>
                  <a:schemeClr val="bg1"/>
                </a:solidFill>
              </a:rPr>
              <a:t> la </a:t>
            </a:r>
            <a:r>
              <a:rPr lang="en-US" b="1" dirty="0" err="1">
                <a:solidFill>
                  <a:schemeClr val="bg1"/>
                </a:solidFill>
              </a:rPr>
              <a:t>que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estamos</a:t>
            </a:r>
            <a:r>
              <a:rPr lang="en-US" b="1" dirty="0">
                <a:solidFill>
                  <a:schemeClr val="bg1"/>
                </a:solidFill>
              </a:rPr>
              <a:t> y el logo de la Universidad </a:t>
            </a:r>
            <a:r>
              <a:rPr lang="en-US" b="1" dirty="0" err="1">
                <a:solidFill>
                  <a:schemeClr val="bg1"/>
                </a:solidFill>
              </a:rPr>
              <a:t>en</a:t>
            </a:r>
            <a:r>
              <a:rPr lang="en-US" b="1" dirty="0">
                <a:solidFill>
                  <a:schemeClr val="bg1"/>
                </a:solidFill>
              </a:rPr>
              <a:t> el </a:t>
            </a:r>
            <a:r>
              <a:rPr lang="en-US" b="1" dirty="0" err="1">
                <a:solidFill>
                  <a:schemeClr val="bg1"/>
                </a:solidFill>
              </a:rPr>
              <a:t>lado</a:t>
            </a:r>
            <a:r>
              <a:rPr lang="en-US" b="1" dirty="0">
                <a:solidFill>
                  <a:schemeClr val="bg1"/>
                </a:solidFill>
              </a:rPr>
              <a:t> Izquierdo, </a:t>
            </a:r>
            <a:r>
              <a:rPr lang="en-US" b="1" dirty="0" err="1">
                <a:solidFill>
                  <a:schemeClr val="bg1"/>
                </a:solidFill>
              </a:rPr>
              <a:t>en</a:t>
            </a:r>
            <a:r>
              <a:rPr lang="en-US" b="1" dirty="0">
                <a:solidFill>
                  <a:schemeClr val="bg1"/>
                </a:solidFill>
              </a:rPr>
              <a:t> el </a:t>
            </a:r>
            <a:r>
              <a:rPr lang="en-US" b="1" dirty="0" err="1">
                <a:solidFill>
                  <a:schemeClr val="bg1"/>
                </a:solidFill>
              </a:rPr>
              <a:t>casi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centro</a:t>
            </a:r>
            <a:r>
              <a:rPr lang="en-US" b="1" dirty="0">
                <a:solidFill>
                  <a:schemeClr val="bg1"/>
                </a:solidFill>
              </a:rPr>
              <a:t> de la pagina </a:t>
            </a:r>
            <a:r>
              <a:rPr lang="en-US" b="1" dirty="0" err="1">
                <a:solidFill>
                  <a:schemeClr val="bg1"/>
                </a:solidFill>
              </a:rPr>
              <a:t>tenemos</a:t>
            </a:r>
            <a:r>
              <a:rPr lang="en-US" b="1" dirty="0">
                <a:solidFill>
                  <a:schemeClr val="bg1"/>
                </a:solidFill>
              </a:rPr>
              <a:t> el </a:t>
            </a:r>
            <a:r>
              <a:rPr lang="en-US" b="1" dirty="0" err="1">
                <a:solidFill>
                  <a:schemeClr val="bg1"/>
                </a:solidFill>
              </a:rPr>
              <a:t>contenido</a:t>
            </a:r>
            <a:r>
              <a:rPr lang="en-US" b="1" dirty="0">
                <a:solidFill>
                  <a:schemeClr val="bg1"/>
                </a:solidFill>
              </a:rPr>
              <a:t> principal, hasta </a:t>
            </a:r>
            <a:r>
              <a:rPr lang="en-US" b="1" dirty="0" err="1">
                <a:solidFill>
                  <a:schemeClr val="bg1"/>
                </a:solidFill>
              </a:rPr>
              <a:t>abajo</a:t>
            </a:r>
            <a:r>
              <a:rPr lang="en-US" b="1" dirty="0">
                <a:solidFill>
                  <a:schemeClr val="bg1"/>
                </a:solidFill>
              </a:rPr>
              <a:t> temenos un footer el </a:t>
            </a:r>
            <a:r>
              <a:rPr lang="en-US" b="1" dirty="0" err="1">
                <a:solidFill>
                  <a:schemeClr val="bg1"/>
                </a:solidFill>
              </a:rPr>
              <a:t>cual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muestra</a:t>
            </a:r>
            <a:r>
              <a:rPr lang="en-US" b="1" dirty="0">
                <a:solidFill>
                  <a:schemeClr val="bg1"/>
                </a:solidFill>
              </a:rPr>
              <a:t> el </a:t>
            </a:r>
            <a:r>
              <a:rPr lang="en-US" b="1" dirty="0" err="1">
                <a:solidFill>
                  <a:schemeClr val="bg1"/>
                </a:solidFill>
              </a:rPr>
              <a:t>nombre</a:t>
            </a:r>
            <a:r>
              <a:rPr lang="en-US" b="1" dirty="0">
                <a:solidFill>
                  <a:schemeClr val="bg1"/>
                </a:solidFill>
              </a:rPr>
              <a:t> de la Universidad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(Esto lo </a:t>
            </a:r>
            <a:r>
              <a:rPr lang="en-US" b="1" dirty="0" err="1">
                <a:solidFill>
                  <a:schemeClr val="bg1"/>
                </a:solidFill>
              </a:rPr>
              <a:t>desarrollare</a:t>
            </a:r>
            <a:r>
              <a:rPr lang="en-US" b="1" dirty="0">
                <a:solidFill>
                  <a:schemeClr val="bg1"/>
                </a:solidFill>
              </a:rPr>
              <a:t> mas al </a:t>
            </a:r>
            <a:r>
              <a:rPr lang="en-US" b="1" dirty="0" err="1">
                <a:solidFill>
                  <a:schemeClr val="bg1"/>
                </a:solidFill>
              </a:rPr>
              <a:t>exponer</a:t>
            </a:r>
            <a:r>
              <a:rPr lang="en-US" b="1" dirty="0">
                <a:solidFill>
                  <a:schemeClr val="bg1"/>
                </a:solidFill>
              </a:rPr>
              <a:t>)</a:t>
            </a:r>
            <a:endParaRPr lang="es-MX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912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2DEBB5F-EAB2-9437-7838-0011FBA01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25" y="258855"/>
            <a:ext cx="11989149" cy="58576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96508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93777-73F4-5111-2916-5106EFD24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467" y="500062"/>
            <a:ext cx="10515600" cy="1325563"/>
          </a:xfrm>
        </p:spPr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Preguntas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B19DCD-A0A6-ACEC-BEAA-87F89C73E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solidFill>
                  <a:schemeClr val="bg1"/>
                </a:solidFill>
              </a:rPr>
              <a:t>¿Qué problema resuelve su diseño?</a:t>
            </a:r>
          </a:p>
          <a:p>
            <a:pPr marL="0" indent="0">
              <a:buNone/>
            </a:pPr>
            <a:endParaRPr lang="es-MX" dirty="0">
              <a:solidFill>
                <a:schemeClr val="bg1"/>
              </a:solidFill>
            </a:endParaRPr>
          </a:p>
          <a:p>
            <a:r>
              <a:rPr lang="es-MX" dirty="0">
                <a:solidFill>
                  <a:schemeClr val="bg1"/>
                </a:solidFill>
              </a:rPr>
              <a:t>¿Por qué su interfaz es fácil de usar?</a:t>
            </a:r>
          </a:p>
          <a:p>
            <a:pPr marL="0" indent="0">
              <a:buNone/>
            </a:pPr>
            <a:endParaRPr lang="es-MX" dirty="0">
              <a:solidFill>
                <a:schemeClr val="bg1"/>
              </a:solidFill>
            </a:endParaRPr>
          </a:p>
          <a:p>
            <a:r>
              <a:rPr lang="es-MX" dirty="0">
                <a:solidFill>
                  <a:schemeClr val="bg1"/>
                </a:solidFill>
              </a:rPr>
              <a:t>¿Qué decisiones tomaron (colores, distribución, elementos)?</a:t>
            </a:r>
          </a:p>
          <a:p>
            <a:pPr marL="0" indent="0">
              <a:buNone/>
            </a:pPr>
            <a:endParaRPr lang="es-MX" dirty="0">
              <a:solidFill>
                <a:schemeClr val="bg1"/>
              </a:solidFill>
            </a:endParaRPr>
          </a:p>
          <a:p>
            <a:r>
              <a:rPr lang="es-MX" dirty="0">
                <a:solidFill>
                  <a:schemeClr val="bg1"/>
                </a:solidFill>
              </a:rPr>
              <a:t>¿Qué hace su propuesta mejor que la de otros equipos?</a:t>
            </a:r>
          </a:p>
          <a:p>
            <a:endParaRPr lang="es-MX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07004641-7523-1BEC-62A9-4372F3E6332B}"/>
              </a:ext>
            </a:extLst>
          </p:cNvPr>
          <p:cNvGrpSpPr/>
          <p:nvPr/>
        </p:nvGrpSpPr>
        <p:grpSpPr>
          <a:xfrm rot="10357571">
            <a:off x="-3496277" y="-2837839"/>
            <a:ext cx="4990758" cy="4814628"/>
            <a:chOff x="3193545" y="755695"/>
            <a:chExt cx="5631572" cy="5162331"/>
          </a:xfrm>
        </p:grpSpPr>
        <p:sp>
          <p:nvSpPr>
            <p:cNvPr id="5" name="Forma libre: forma 4">
              <a:extLst>
                <a:ext uri="{FF2B5EF4-FFF2-40B4-BE49-F238E27FC236}">
                  <a16:creationId xmlns:a16="http://schemas.microsoft.com/office/drawing/2014/main" id="{9C7B51B4-94DD-0A23-154A-40C4DED5F91E}"/>
                </a:ext>
              </a:extLst>
            </p:cNvPr>
            <p:cNvSpPr/>
            <p:nvPr/>
          </p:nvSpPr>
          <p:spPr>
            <a:xfrm rot="16200000">
              <a:off x="6252808" y="619749"/>
              <a:ext cx="2431751" cy="2703643"/>
            </a:xfrm>
            <a:custGeom>
              <a:avLst/>
              <a:gdLst>
                <a:gd name="csX0" fmla="*/ 2431751 w 2431751"/>
                <a:gd name="csY0" fmla="*/ 0 h 2703643"/>
                <a:gd name="csX1" fmla="*/ 2423380 w 2431751"/>
                <a:gd name="csY1" fmla="*/ 180735 h 2703643"/>
                <a:gd name="csX2" fmla="*/ 115004 w 2431751"/>
                <a:gd name="csY2" fmla="*/ 2697312 h 2703643"/>
                <a:gd name="csX3" fmla="*/ 0 w 2431751"/>
                <a:gd name="csY3" fmla="*/ 2703643 h 2703643"/>
                <a:gd name="csX4" fmla="*/ 0 w 2431751"/>
                <a:gd name="csY4" fmla="*/ 2058844 h 2703643"/>
                <a:gd name="csX5" fmla="*/ 49100 w 2431751"/>
                <a:gd name="csY5" fmla="*/ 2056067 h 2703643"/>
                <a:gd name="csX6" fmla="*/ 1782136 w 2431751"/>
                <a:gd name="csY6" fmla="*/ 114830 h 2703643"/>
                <a:gd name="csX7" fmla="*/ 1787313 w 2431751"/>
                <a:gd name="csY7" fmla="*/ 0 h 2703643"/>
                <a:gd name="csX8" fmla="*/ 2431751 w 2431751"/>
                <a:gd name="csY8" fmla="*/ 0 h 27036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431751" h="2703643">
                  <a:moveTo>
                    <a:pt x="2431751" y="0"/>
                  </a:moveTo>
                  <a:lnTo>
                    <a:pt x="2423380" y="180735"/>
                  </a:lnTo>
                  <a:cubicBezTo>
                    <a:pt x="2299773" y="1507655"/>
                    <a:pt x="1332145" y="2562556"/>
                    <a:pt x="115004" y="2697312"/>
                  </a:cubicBezTo>
                  <a:lnTo>
                    <a:pt x="0" y="2703643"/>
                  </a:lnTo>
                  <a:lnTo>
                    <a:pt x="0" y="2058844"/>
                  </a:lnTo>
                  <a:lnTo>
                    <a:pt x="49100" y="2056067"/>
                  </a:lnTo>
                  <a:cubicBezTo>
                    <a:pt x="962881" y="1952119"/>
                    <a:pt x="1689336" y="1138389"/>
                    <a:pt x="1782136" y="114830"/>
                  </a:cubicBezTo>
                  <a:lnTo>
                    <a:pt x="1787313" y="0"/>
                  </a:lnTo>
                  <a:lnTo>
                    <a:pt x="2431751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MX" noProof="0" dirty="0"/>
            </a:p>
          </p:txBody>
        </p:sp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0D6F7EA9-7402-4E1E-1CCD-5738BB02B99D}"/>
                </a:ext>
              </a:extLst>
            </p:cNvPr>
            <p:cNvSpPr/>
            <p:nvPr/>
          </p:nvSpPr>
          <p:spPr>
            <a:xfrm rot="16200000">
              <a:off x="3334100" y="619750"/>
              <a:ext cx="2431751" cy="2703641"/>
            </a:xfrm>
            <a:custGeom>
              <a:avLst/>
              <a:gdLst>
                <a:gd name="csX0" fmla="*/ 2431751 w 2431751"/>
                <a:gd name="csY0" fmla="*/ 2703641 h 2703641"/>
                <a:gd name="csX1" fmla="*/ 1787313 w 2431751"/>
                <a:gd name="csY1" fmla="*/ 2703641 h 2703641"/>
                <a:gd name="csX2" fmla="*/ 1782136 w 2431751"/>
                <a:gd name="csY2" fmla="*/ 2588811 h 2703641"/>
                <a:gd name="csX3" fmla="*/ 49100 w 2431751"/>
                <a:gd name="csY3" fmla="*/ 647574 h 2703641"/>
                <a:gd name="csX4" fmla="*/ 0 w 2431751"/>
                <a:gd name="csY4" fmla="*/ 644797 h 2703641"/>
                <a:gd name="csX5" fmla="*/ 0 w 2431751"/>
                <a:gd name="csY5" fmla="*/ 0 h 2703641"/>
                <a:gd name="csX6" fmla="*/ 115004 w 2431751"/>
                <a:gd name="csY6" fmla="*/ 6331 h 2703641"/>
                <a:gd name="csX7" fmla="*/ 2423380 w 2431751"/>
                <a:gd name="csY7" fmla="*/ 2522908 h 2703641"/>
                <a:gd name="csX8" fmla="*/ 2431751 w 2431751"/>
                <a:gd name="csY8" fmla="*/ 2703641 h 2703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431751" h="2703641">
                  <a:moveTo>
                    <a:pt x="2431751" y="2703641"/>
                  </a:moveTo>
                  <a:lnTo>
                    <a:pt x="1787313" y="2703641"/>
                  </a:lnTo>
                  <a:lnTo>
                    <a:pt x="1782136" y="2588811"/>
                  </a:lnTo>
                  <a:cubicBezTo>
                    <a:pt x="1689336" y="1565252"/>
                    <a:pt x="962881" y="751523"/>
                    <a:pt x="49100" y="647574"/>
                  </a:cubicBezTo>
                  <a:lnTo>
                    <a:pt x="0" y="644797"/>
                  </a:lnTo>
                  <a:lnTo>
                    <a:pt x="0" y="0"/>
                  </a:lnTo>
                  <a:lnTo>
                    <a:pt x="115004" y="6331"/>
                  </a:lnTo>
                  <a:cubicBezTo>
                    <a:pt x="1332146" y="141087"/>
                    <a:pt x="2299773" y="1195988"/>
                    <a:pt x="2423380" y="2522908"/>
                  </a:cubicBezTo>
                  <a:lnTo>
                    <a:pt x="2431751" y="2703641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MX" noProof="0" dirty="0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6E2FAFB2-0E4A-7D55-291F-235A2735320A}"/>
                </a:ext>
              </a:extLst>
            </p:cNvPr>
            <p:cNvSpPr/>
            <p:nvPr/>
          </p:nvSpPr>
          <p:spPr>
            <a:xfrm rot="16200000">
              <a:off x="3289913" y="3306143"/>
              <a:ext cx="2515515" cy="2708252"/>
            </a:xfrm>
            <a:custGeom>
              <a:avLst/>
              <a:gdLst>
                <a:gd name="csX0" fmla="*/ 2515515 w 2515515"/>
                <a:gd name="csY0" fmla="*/ 0 h 2708252"/>
                <a:gd name="csX1" fmla="*/ 2515515 w 2515515"/>
                <a:gd name="csY1" fmla="*/ 644670 h 2708252"/>
                <a:gd name="csX2" fmla="*/ 2382651 w 2515515"/>
                <a:gd name="csY2" fmla="*/ 652185 h 2708252"/>
                <a:gd name="csX3" fmla="*/ 649615 w 2515515"/>
                <a:gd name="csY3" fmla="*/ 2593422 h 2708252"/>
                <a:gd name="csX4" fmla="*/ 644439 w 2515515"/>
                <a:gd name="csY4" fmla="*/ 2708252 h 2708252"/>
                <a:gd name="csX5" fmla="*/ 0 w 2515515"/>
                <a:gd name="csY5" fmla="*/ 2708252 h 2708252"/>
                <a:gd name="csX6" fmla="*/ 8371 w 2515515"/>
                <a:gd name="csY6" fmla="*/ 2527519 h 2708252"/>
                <a:gd name="csX7" fmla="*/ 2316747 w 2515515"/>
                <a:gd name="csY7" fmla="*/ 10942 h 2708252"/>
                <a:gd name="csX8" fmla="*/ 2515515 w 2515515"/>
                <a:gd name="csY8" fmla="*/ 0 h 27082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15515" h="2708252">
                  <a:moveTo>
                    <a:pt x="2515515" y="0"/>
                  </a:moveTo>
                  <a:lnTo>
                    <a:pt x="2515515" y="644670"/>
                  </a:lnTo>
                  <a:lnTo>
                    <a:pt x="2382651" y="652185"/>
                  </a:lnTo>
                  <a:cubicBezTo>
                    <a:pt x="1468871" y="756133"/>
                    <a:pt x="742415" y="1569863"/>
                    <a:pt x="649615" y="2593422"/>
                  </a:cubicBezTo>
                  <a:lnTo>
                    <a:pt x="644439" y="2708252"/>
                  </a:lnTo>
                  <a:lnTo>
                    <a:pt x="0" y="2708252"/>
                  </a:lnTo>
                  <a:lnTo>
                    <a:pt x="8371" y="2527519"/>
                  </a:lnTo>
                  <a:cubicBezTo>
                    <a:pt x="131979" y="1200599"/>
                    <a:pt x="1099606" y="145698"/>
                    <a:pt x="2316747" y="10942"/>
                  </a:cubicBezTo>
                  <a:lnTo>
                    <a:pt x="2515515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MX" noProof="0" dirty="0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662802C4-9A78-B9CB-DA37-C79DD5CDEF59}"/>
                </a:ext>
              </a:extLst>
            </p:cNvPr>
            <p:cNvSpPr/>
            <p:nvPr/>
          </p:nvSpPr>
          <p:spPr>
            <a:xfrm rot="16200000">
              <a:off x="6213232" y="3306142"/>
              <a:ext cx="2515515" cy="2708254"/>
            </a:xfrm>
            <a:custGeom>
              <a:avLst/>
              <a:gdLst>
                <a:gd name="csX0" fmla="*/ 2515515 w 2515515"/>
                <a:gd name="csY0" fmla="*/ 2063582 h 2708254"/>
                <a:gd name="csX1" fmla="*/ 2515515 w 2515515"/>
                <a:gd name="csY1" fmla="*/ 2708254 h 2708254"/>
                <a:gd name="csX2" fmla="*/ 2316747 w 2515515"/>
                <a:gd name="csY2" fmla="*/ 2697312 h 2708254"/>
                <a:gd name="csX3" fmla="*/ 8371 w 2515515"/>
                <a:gd name="csY3" fmla="*/ 180735 h 2708254"/>
                <a:gd name="csX4" fmla="*/ 0 w 2515515"/>
                <a:gd name="csY4" fmla="*/ 0 h 2708254"/>
                <a:gd name="csX5" fmla="*/ 644439 w 2515515"/>
                <a:gd name="csY5" fmla="*/ 0 h 2708254"/>
                <a:gd name="csX6" fmla="*/ 649615 w 2515515"/>
                <a:gd name="csY6" fmla="*/ 114830 h 2708254"/>
                <a:gd name="csX7" fmla="*/ 2382651 w 2515515"/>
                <a:gd name="csY7" fmla="*/ 2056067 h 2708254"/>
                <a:gd name="csX8" fmla="*/ 2515515 w 2515515"/>
                <a:gd name="csY8" fmla="*/ 2063582 h 27082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15515" h="2708254">
                  <a:moveTo>
                    <a:pt x="2515515" y="2063582"/>
                  </a:moveTo>
                  <a:lnTo>
                    <a:pt x="2515515" y="2708254"/>
                  </a:lnTo>
                  <a:lnTo>
                    <a:pt x="2316747" y="2697312"/>
                  </a:lnTo>
                  <a:cubicBezTo>
                    <a:pt x="1099605" y="2562556"/>
                    <a:pt x="131978" y="1507655"/>
                    <a:pt x="8371" y="180735"/>
                  </a:cubicBezTo>
                  <a:lnTo>
                    <a:pt x="0" y="0"/>
                  </a:lnTo>
                  <a:lnTo>
                    <a:pt x="644439" y="0"/>
                  </a:lnTo>
                  <a:lnTo>
                    <a:pt x="649615" y="114830"/>
                  </a:lnTo>
                  <a:cubicBezTo>
                    <a:pt x="742415" y="1138389"/>
                    <a:pt x="1468870" y="1952119"/>
                    <a:pt x="2382651" y="2056067"/>
                  </a:cubicBezTo>
                  <a:lnTo>
                    <a:pt x="2515515" y="2063582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621507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265</Words>
  <Application>Microsoft Office PowerPoint</Application>
  <PresentationFormat>Panorámica</PresentationFormat>
  <Paragraphs>24</Paragraphs>
  <Slides>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Preguntas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Abisaid Angúlo Munguia</dc:creator>
  <cp:lastModifiedBy>EDGAR GAEL REYES QUEVEDO</cp:lastModifiedBy>
  <cp:revision>3</cp:revision>
  <dcterms:created xsi:type="dcterms:W3CDTF">2026-04-23T02:51:26Z</dcterms:created>
  <dcterms:modified xsi:type="dcterms:W3CDTF">2026-04-24T14:32:10Z</dcterms:modified>
</cp:coreProperties>
</file>