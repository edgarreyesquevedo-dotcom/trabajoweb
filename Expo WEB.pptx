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1131BA-EA02-4E72-A13B-3DA118C02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01CBB5A-155D-A627-EDE7-D53571BC4E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26C1E0-9DB6-79BB-A8AF-B709795B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2A5F23D-ABE3-042F-45FE-D59DDC0E5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8C8138-3860-D053-5A8F-695AF3E14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41355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53CA1E-4692-D300-5496-5286268F3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7B8565-7016-7D7B-9FBE-2F39637B7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7A57D5-E231-F177-011D-B64C948B8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AB3A70-B1C9-60F9-1C28-526980E6A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DB9D09-8674-7FBC-8111-29031D48B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5138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D52D02-04E6-B3D5-B988-35C9C511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17DAB0-2F74-CC8A-10A2-BB58CB1E3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FB1964-D6E7-0E10-227F-D9E0C2D37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5135B78-4EB1-B1F5-E890-D8CFE3D87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CF4D2E7-7DC1-B366-6DBE-E4D3FDA41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050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CD8AD5-9A5C-6D50-6F1B-0D84BE6A5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320CD0-077A-584E-B779-21997700A5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AF0247-64B7-8E63-AE7C-489AB03368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7BD484-0DC3-15FC-58BC-EA8073CD5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48DE52-1927-F778-A440-38A49B15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908E64-7B51-A570-1DFC-5AD0E839D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97597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617EA0-3583-EF70-903C-C0EC59CB9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BE47E8-72E3-869C-9E2B-6C9AC2D58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71C4301-149A-7B54-9E9C-54A6F2056F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67DA7D6-24C6-1EE6-03E7-AD678BE4D1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37176DD-186B-6FFA-1418-B364041F2F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2E27591-4BB5-DC73-9F45-AA7CB658E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324D2D7-1DA6-A7ED-BB76-61495279B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C69D08B-95E5-F57D-37D3-DEC55301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1725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08DDE4-4D0B-CDC6-13D0-D08DAD5F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24FAD2D-887B-E98A-8261-0B5E75C65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C2515A0-8A1D-BECC-B3A9-971FB0DAB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2805116-C10C-DA26-2357-2A088E93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72614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F06D771-7538-5B4A-7EAD-D63B418FD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D03B131-5FBE-4019-D17E-A1D9DDAE6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79E4BC0-002B-5840-FEF7-9D65ADAA9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55556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729FB-D456-9057-DDCD-AF5096DDA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B9D541-14B9-4D4B-1A24-52561C3EFC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A76585F-44EC-A8C4-62BD-05407B0323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07BABE0-E5C4-7FDC-7F73-96B85B08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4BC4258-C1CE-EF8B-4A09-BC1734EB9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D2C642D-B2C7-D795-8BE3-33D990402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27228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D3A8CC-4020-974C-7391-CA71DEA1C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6F368C5-0A3C-C03E-8128-B2A0AF544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9736798-4681-4BCE-BFE7-4EA06B130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24C1484-0CCE-7BB9-A9B5-D8E85A11F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B2724ED-91CD-3F9B-5AFF-20E21CFD1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C984F8-C6A3-08BA-E67A-56603C8D4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93487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6019D3-EC0B-AD25-BBE5-A474DE363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0A7CE05-1052-DE0B-3271-E30139DD0E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CAFF74-B298-62D3-320D-B7C93FDAD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FF1308-A2E9-250B-3268-F4E38E0BE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9B3745-ECBA-FDBC-5CD3-8B4E23BCD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1281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0667BFB-9873-F0BF-ADA1-D271475259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D603EEB-8DA6-9C12-2F18-FC59536BE7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214B945-6CE8-7369-F1B9-EBAAE994C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2A32E93-5B8C-ABD2-F2F3-26B8AD28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D777984-13AB-989B-D13F-422CD7C5B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77718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216A8F-9B30-B90E-7AC9-E6494BE09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19CAA54-AD98-912A-306D-9E9B8066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B1BAC5-4312-DC05-D605-74B9524389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0812E6-FF2F-4EE5-94A3-B41C09DA71CD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DB3331-69E0-BEF6-A82E-02EB99A0AE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648F4-44E6-F767-A7FF-726B852F4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95780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EF4A3-04E3-6D35-25DB-C35468A14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00026" y="981074"/>
            <a:ext cx="5572125" cy="542925"/>
          </a:xfrm>
        </p:spPr>
        <p:txBody>
          <a:bodyPr>
            <a:noAutofit/>
          </a:bodyPr>
          <a:lstStyle/>
          <a:p>
            <a:r>
              <a:rPr lang="es-MX" sz="3200" dirty="0"/>
              <a:t> Inicio de sesión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45CEF27-422B-64F5-DF6F-400AAE7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248" y="1754279"/>
            <a:ext cx="6465073" cy="3170145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1ACA331D-EA41-E05A-FE0E-B823ABA1F386}"/>
              </a:ext>
            </a:extLst>
          </p:cNvPr>
          <p:cNvSpPr txBox="1"/>
          <p:nvPr/>
        </p:nvSpPr>
        <p:spPr>
          <a:xfrm>
            <a:off x="338328" y="2600687"/>
            <a:ext cx="48947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La pagina de inicio de sesión cuenta con:</a:t>
            </a:r>
          </a:p>
          <a:p>
            <a:r>
              <a:rPr lang="es-MX" dirty="0"/>
              <a:t>Del lado izquierdo cuenta con un formulario para iniciar sesión con usuario y contraseña</a:t>
            </a:r>
          </a:p>
          <a:p>
            <a:r>
              <a:rPr lang="es-MX" dirty="0"/>
              <a:t>Cuenta con opciones para recuperar contraseña o entrar sin cuenta</a:t>
            </a:r>
          </a:p>
          <a:p>
            <a:r>
              <a:rPr lang="es-MX" dirty="0"/>
              <a:t>Del lado derecho, un slider con fotos del plantel</a:t>
            </a:r>
          </a:p>
        </p:txBody>
      </p:sp>
    </p:spTree>
    <p:extLst>
      <p:ext uri="{BB962C8B-B14F-4D97-AF65-F5344CB8AC3E}">
        <p14:creationId xmlns:p14="http://schemas.microsoft.com/office/powerpoint/2010/main" val="3738664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47</Words>
  <Application>Microsoft Office PowerPoint</Application>
  <PresentationFormat>Panorámica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 Inicio de sesión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Abisaid Angúlo Munguia</dc:creator>
  <cp:lastModifiedBy>Abisaid Angúlo Munguia</cp:lastModifiedBy>
  <cp:revision>1</cp:revision>
  <dcterms:created xsi:type="dcterms:W3CDTF">2026-04-23T02:51:26Z</dcterms:created>
  <dcterms:modified xsi:type="dcterms:W3CDTF">2026-04-23T03:05:42Z</dcterms:modified>
</cp:coreProperties>
</file>